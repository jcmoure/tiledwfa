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29"/>
  </p:notesMasterIdLst>
  <p:sldIdLst>
    <p:sldId id="271" r:id="rId2"/>
    <p:sldId id="272" r:id="rId3"/>
    <p:sldId id="263" r:id="rId4"/>
    <p:sldId id="273" r:id="rId5"/>
    <p:sldId id="282" r:id="rId6"/>
    <p:sldId id="291" r:id="rId7"/>
    <p:sldId id="296" r:id="rId8"/>
    <p:sldId id="293" r:id="rId9"/>
    <p:sldId id="294" r:id="rId10"/>
    <p:sldId id="292" r:id="rId11"/>
    <p:sldId id="280" r:id="rId12"/>
    <p:sldId id="295" r:id="rId13"/>
    <p:sldId id="284" r:id="rId14"/>
    <p:sldId id="285" r:id="rId15"/>
    <p:sldId id="286" r:id="rId16"/>
    <p:sldId id="287" r:id="rId17"/>
    <p:sldId id="288" r:id="rId18"/>
    <p:sldId id="290" r:id="rId19"/>
    <p:sldId id="289" r:id="rId20"/>
    <p:sldId id="283" r:id="rId21"/>
    <p:sldId id="281" r:id="rId22"/>
    <p:sldId id="279" r:id="rId23"/>
    <p:sldId id="274" r:id="rId24"/>
    <p:sldId id="275" r:id="rId25"/>
    <p:sldId id="276" r:id="rId26"/>
    <p:sldId id="277" r:id="rId27"/>
    <p:sldId id="278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ED9"/>
    <a:srgbClr val="D9E7FD"/>
    <a:srgbClr val="ECDFF5"/>
    <a:srgbClr val="007E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832B20-10CB-4F60-9517-000836835896}">
  <a:tblStyle styleId="{7E832B20-10CB-4F60-9517-0008368358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81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89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Carlos Moure Lopez" userId="2db23dd4-09f1-4b6a-9c5d-d257e5850e3c" providerId="ADAL" clId="{971D71D3-F01A-462C-A4C9-10112751BFB5}"/>
    <pc:docChg chg="undo redo custSel addSld delSld modSld sldOrd">
      <pc:chgData name="Juan Carlos Moure Lopez" userId="2db23dd4-09f1-4b6a-9c5d-d257e5850e3c" providerId="ADAL" clId="{971D71D3-F01A-462C-A4C9-10112751BFB5}" dt="2026-07-21T08:13:57.521" v="3886" actId="1076"/>
      <pc:docMkLst>
        <pc:docMk/>
      </pc:docMkLst>
      <pc:sldChg chg="addSp modSp mod">
        <pc:chgData name="Juan Carlos Moure Lopez" userId="2db23dd4-09f1-4b6a-9c5d-d257e5850e3c" providerId="ADAL" clId="{971D71D3-F01A-462C-A4C9-10112751BFB5}" dt="2026-07-15T17:05:21.234" v="3880" actId="6549"/>
        <pc:sldMkLst>
          <pc:docMk/>
          <pc:sldMk cId="1492492215" sldId="273"/>
        </pc:sldMkLst>
        <pc:spChg chg="add mod">
          <ac:chgData name="Juan Carlos Moure Lopez" userId="2db23dd4-09f1-4b6a-9c5d-d257e5850e3c" providerId="ADAL" clId="{971D71D3-F01A-462C-A4C9-10112751BFB5}" dt="2026-07-15T17:05:21.234" v="3880" actId="6549"/>
          <ac:spMkLst>
            <pc:docMk/>
            <pc:sldMk cId="1492492215" sldId="273"/>
            <ac:spMk id="3" creationId="{4C428BB3-505C-87DE-BA35-E5A27D8E55FB}"/>
          </ac:spMkLst>
        </pc:spChg>
        <pc:picChg chg="mod">
          <ac:chgData name="Juan Carlos Moure Lopez" userId="2db23dd4-09f1-4b6a-9c5d-d257e5850e3c" providerId="ADAL" clId="{971D71D3-F01A-462C-A4C9-10112751BFB5}" dt="2026-07-15T12:21:43.805" v="3802" actId="1076"/>
          <ac:picMkLst>
            <pc:docMk/>
            <pc:sldMk cId="1492492215" sldId="273"/>
            <ac:picMk id="16" creationId="{32188C9D-CEB5-10B3-3851-80DF02C0945E}"/>
          </ac:picMkLst>
        </pc:picChg>
      </pc:sldChg>
      <pc:sldChg chg="add ord">
        <pc:chgData name="Juan Carlos Moure Lopez" userId="2db23dd4-09f1-4b6a-9c5d-d257e5850e3c" providerId="ADAL" clId="{971D71D3-F01A-462C-A4C9-10112751BFB5}" dt="2026-07-15T12:21:14.843" v="3798"/>
        <pc:sldMkLst>
          <pc:docMk/>
          <pc:sldMk cId="3084261722" sldId="280"/>
        </pc:sldMkLst>
      </pc:sldChg>
      <pc:sldChg chg="addSp delSp modSp mod ord">
        <pc:chgData name="Juan Carlos Moure Lopez" userId="2db23dd4-09f1-4b6a-9c5d-d257e5850e3c" providerId="ADAL" clId="{971D71D3-F01A-462C-A4C9-10112751BFB5}" dt="2026-07-15T12:22:09.318" v="3817" actId="1035"/>
        <pc:sldMkLst>
          <pc:docMk/>
          <pc:sldMk cId="2860197133" sldId="282"/>
        </pc:sldMkLst>
        <pc:picChg chg="add del mod">
          <ac:chgData name="Juan Carlos Moure Lopez" userId="2db23dd4-09f1-4b6a-9c5d-d257e5850e3c" providerId="ADAL" clId="{971D71D3-F01A-462C-A4C9-10112751BFB5}" dt="2026-07-15T12:22:09.318" v="3817" actId="1035"/>
          <ac:picMkLst>
            <pc:docMk/>
            <pc:sldMk cId="2860197133" sldId="282"/>
            <ac:picMk id="5" creationId="{2AEEB764-D890-BD50-9492-A28CFE9100A0}"/>
          </ac:picMkLst>
        </pc:picChg>
      </pc:sldChg>
      <pc:sldChg chg="add">
        <pc:chgData name="Juan Carlos Moure Lopez" userId="2db23dd4-09f1-4b6a-9c5d-d257e5850e3c" providerId="ADAL" clId="{971D71D3-F01A-462C-A4C9-10112751BFB5}" dt="2026-07-15T12:20:53.697" v="3796"/>
        <pc:sldMkLst>
          <pc:docMk/>
          <pc:sldMk cId="313379603" sldId="291"/>
        </pc:sldMkLst>
      </pc:sldChg>
      <pc:sldChg chg="add">
        <pc:chgData name="Juan Carlos Moure Lopez" userId="2db23dd4-09f1-4b6a-9c5d-d257e5850e3c" providerId="ADAL" clId="{971D71D3-F01A-462C-A4C9-10112751BFB5}" dt="2026-07-15T12:20:53.697" v="3796"/>
        <pc:sldMkLst>
          <pc:docMk/>
          <pc:sldMk cId="3464066385" sldId="292"/>
        </pc:sldMkLst>
      </pc:sldChg>
      <pc:sldChg chg="add">
        <pc:chgData name="Juan Carlos Moure Lopez" userId="2db23dd4-09f1-4b6a-9c5d-d257e5850e3c" providerId="ADAL" clId="{971D71D3-F01A-462C-A4C9-10112751BFB5}" dt="2026-07-15T12:20:53.697" v="3796"/>
        <pc:sldMkLst>
          <pc:docMk/>
          <pc:sldMk cId="547600065" sldId="293"/>
        </pc:sldMkLst>
      </pc:sldChg>
      <pc:sldChg chg="add">
        <pc:chgData name="Juan Carlos Moure Lopez" userId="2db23dd4-09f1-4b6a-9c5d-d257e5850e3c" providerId="ADAL" clId="{971D71D3-F01A-462C-A4C9-10112751BFB5}" dt="2026-07-15T12:20:53.697" v="3796"/>
        <pc:sldMkLst>
          <pc:docMk/>
          <pc:sldMk cId="1181989619" sldId="294"/>
        </pc:sldMkLst>
      </pc:sldChg>
      <pc:sldChg chg="add">
        <pc:chgData name="Juan Carlos Moure Lopez" userId="2db23dd4-09f1-4b6a-9c5d-d257e5850e3c" providerId="ADAL" clId="{971D71D3-F01A-462C-A4C9-10112751BFB5}" dt="2026-07-15T12:21:32.674" v="3801"/>
        <pc:sldMkLst>
          <pc:docMk/>
          <pc:sldMk cId="2453859053" sldId="295"/>
        </pc:sldMkLst>
      </pc:sldChg>
      <pc:sldChg chg="addSp delSp modSp add mod">
        <pc:chgData name="Juan Carlos Moure Lopez" userId="2db23dd4-09f1-4b6a-9c5d-d257e5850e3c" providerId="ADAL" clId="{971D71D3-F01A-462C-A4C9-10112751BFB5}" dt="2026-07-21T08:13:57.521" v="3886" actId="1076"/>
        <pc:sldMkLst>
          <pc:docMk/>
          <pc:sldMk cId="3298438094" sldId="296"/>
        </pc:sldMkLst>
        <pc:picChg chg="del">
          <ac:chgData name="Juan Carlos Moure Lopez" userId="2db23dd4-09f1-4b6a-9c5d-d257e5850e3c" providerId="ADAL" clId="{971D71D3-F01A-462C-A4C9-10112751BFB5}" dt="2026-07-21T08:07:54.024" v="3882" actId="478"/>
          <ac:picMkLst>
            <pc:docMk/>
            <pc:sldMk cId="3298438094" sldId="296"/>
            <ac:picMk id="3" creationId="{C98C4F2F-F2C4-CC78-2191-50BBAAF669E7}"/>
          </ac:picMkLst>
        </pc:picChg>
        <pc:picChg chg="add mod">
          <ac:chgData name="Juan Carlos Moure Lopez" userId="2db23dd4-09f1-4b6a-9c5d-d257e5850e3c" providerId="ADAL" clId="{971D71D3-F01A-462C-A4C9-10112751BFB5}" dt="2026-07-21T08:13:57.521" v="3886" actId="1076"/>
          <ac:picMkLst>
            <pc:docMk/>
            <pc:sldMk cId="3298438094" sldId="296"/>
            <ac:picMk id="4" creationId="{E2F9D752-5A09-B304-C5F3-C862101D999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e95aa66a0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2e95aa66a0c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CEBFAB11-2D70-B21D-268D-7A36B61A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3E1EA75B-2A71-C02A-8216-F3AC56730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3B704FF7-2AE3-7D88-C771-44BBBC971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3290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85205581-D8BB-1F91-F2A1-E7540B06C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1F48ACB5-8706-9D71-8388-DAF66134E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389BB4F0-3D1C-4906-3C82-2783991FA1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4753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E32C738A-5DDF-22EF-2F3A-E87CDF21B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75C37BCF-00B5-9C6C-3771-799EC59076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14D8D787-A1C5-5CE8-BE73-257E17B183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5914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D860E551-FCB9-6C85-F660-7DE1D399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D0874D3A-92AD-9849-59A7-BD06D3AEC6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6A1A301C-C991-E502-6551-FBA1AE7C07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004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05E4B093-2CFB-AEE0-4AE0-4E03B59E3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B08A06E6-4078-C0FB-7630-BECDDDAA8E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02D52F57-8807-738A-7DB2-5D472CB47F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8946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E25DDE7-A728-A973-BD46-F8507772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57CE32FF-4ABE-A9EB-2ED9-2536316578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D353228E-4390-39B6-7625-B814A96119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3590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3B428D01-754B-B53A-1D3F-D339D11AE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464E7083-C8B7-D0A2-83D0-FEF257F4CC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6AAE940C-0FA2-CC08-D54B-BD9A2FA943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8466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18988762-7420-C689-8F4B-3C6F6F38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1D291244-F77A-D528-F297-62530C9603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6997873D-7D16-B633-E510-3EECF924DB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72951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E8523314-3B69-48CC-D6F5-BE7B0F4EF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ED25BBC7-60A1-2554-FA2F-1EFB1505BA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DA2BECED-6CAD-BE31-3D07-BCF9180331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46447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692A6242-2445-8FAF-A2D1-358B41AF8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2EB51CFF-7465-429E-3A88-839F67A136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D1234A75-4058-FC22-6F8C-195A86B628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26262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8E1B1A4C-605E-7012-ADEA-86A92AACA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5C16F9CF-7693-5434-FA9E-44E75E23C8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64D58C98-EDF5-9669-1FA3-6B61D4169E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9434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0604A458-0AF3-0070-8A78-AA0A3BAD1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D15B14D9-909F-A6A5-EECA-E583FC02BC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DFEC437D-A933-CB22-DC54-82D7AA6882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9686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6B72CEEC-415E-70BE-2252-C2742BAB6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716D3DBE-ABBA-0049-08BD-6B4BB47576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18FDBED3-52B3-B0A7-C1CF-D4BEA59874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31525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905697FC-5ACD-CC96-8D21-274B42062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604697EA-3DF4-B3E5-1D44-8FAC9538E3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CBDD5DB3-02C0-9105-8321-14E56A7ACA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5070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37888F5C-AE27-159E-7E78-9DA161CF2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99C26C9A-35E7-79A0-5A5E-AD61F49CA0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FD7C4EE8-ACA3-973B-1703-12DD8A43E1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84620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3D59FE66-8378-1DD4-66CF-F4F07EE02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23860D00-5A16-4ACB-D2DC-B026D042D4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C603A9CC-5D17-24F9-1E0A-8BB47A8D3B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01307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28EEEE19-6730-075E-BC0F-3C5D6D1F3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988C40F1-164D-CFF2-C06A-2970C48867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61C74789-5A23-1398-3E8B-9BF79F3422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4844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F03366D4-F2B2-2C23-240C-0BA83A128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D073F1D5-BC26-3175-8987-012E7B20BE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C2A36291-EF44-CFD2-0A5D-075C2716D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30730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7B1ADDD-76F6-6D45-2FFC-EE4011075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66EBFAA9-1F8B-835C-4A5E-CA308F4C45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C7B3EF6A-8942-5598-3FF1-D0FD74B0EC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77491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7F24907-8A5B-9E2E-447E-22571D493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840c0e919_0_357:notes">
            <a:extLst>
              <a:ext uri="{FF2B5EF4-FFF2-40B4-BE49-F238E27FC236}">
                <a16:creationId xmlns:a16="http://schemas.microsoft.com/office/drawing/2014/main" id="{31ECDD7B-6148-CD75-BB28-F03200ED2F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840c0e919_0_357:notes">
            <a:extLst>
              <a:ext uri="{FF2B5EF4-FFF2-40B4-BE49-F238E27FC236}">
                <a16:creationId xmlns:a16="http://schemas.microsoft.com/office/drawing/2014/main" id="{37FA97CA-D99C-9271-D605-2AAF37179E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1672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0" y="192051"/>
            <a:ext cx="9144000" cy="6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4484"/>
              </a:buClr>
              <a:buSzPts val="3000"/>
              <a:buFont typeface="Calibri"/>
              <a:buNone/>
              <a:defRPr b="1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452743" y="1135856"/>
            <a:ext cx="8238600" cy="3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1"/>
          <p:cNvSpPr txBox="1">
            <a:spLocks noGrp="1"/>
          </p:cNvSpPr>
          <p:nvPr>
            <p:ph type="title"/>
          </p:nvPr>
        </p:nvSpPr>
        <p:spPr>
          <a:xfrm>
            <a:off x="169950" y="81825"/>
            <a:ext cx="8757000" cy="541200"/>
          </a:xfrm>
          <a:prstGeom prst="rect">
            <a:avLst/>
          </a:prstGeom>
        </p:spPr>
        <p:txBody>
          <a:bodyPr spcFirstLastPara="1" wrap="square" lIns="180000" tIns="91425" rIns="91425" bIns="91425" anchor="t" anchorCtr="0">
            <a:noAutofit/>
          </a:bodyPr>
          <a:lstStyle/>
          <a:p>
            <a:pPr marL="0" lvl="0" indent="-18097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124484"/>
                </a:solidFill>
              </a:rPr>
              <a:t>Motivation: best-performing program</a:t>
            </a:r>
            <a:endParaRPr dirty="0">
              <a:solidFill>
                <a:srgbClr val="124484"/>
              </a:solidFill>
            </a:endParaRPr>
          </a:p>
        </p:txBody>
      </p:sp>
      <p:cxnSp>
        <p:nvCxnSpPr>
          <p:cNvPr id="464" name="Google Shape;464;p31"/>
          <p:cNvCxnSpPr/>
          <p:nvPr/>
        </p:nvCxnSpPr>
        <p:spPr>
          <a:xfrm>
            <a:off x="169950" y="623025"/>
            <a:ext cx="8632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9" name="Google Shape;469;p31"/>
          <p:cNvSpPr txBox="1"/>
          <p:nvPr/>
        </p:nvSpPr>
        <p:spPr>
          <a:xfrm>
            <a:off x="1874009" y="1140237"/>
            <a:ext cx="10239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 b="1" dirty="0">
                <a:solidFill>
                  <a:srgbClr val="0070C0"/>
                </a:solidFill>
              </a:rPr>
              <a:t>S</a:t>
            </a:r>
            <a:r>
              <a:rPr lang="es" sz="1600" b="1" dirty="0">
                <a:solidFill>
                  <a:srgbClr val="0070C0"/>
                </a:solidFill>
              </a:rPr>
              <a:t>mart 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470" name="Google Shape;470;p31"/>
          <p:cNvSpPr txBox="1"/>
          <p:nvPr/>
        </p:nvSpPr>
        <p:spPr>
          <a:xfrm>
            <a:off x="3692409" y="1140237"/>
            <a:ext cx="9231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 dirty="0">
                <a:solidFill>
                  <a:srgbClr val="0070C0"/>
                </a:solidFill>
              </a:rPr>
              <a:t>parallel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471" name="Google Shape;471;p31"/>
          <p:cNvSpPr txBox="1"/>
          <p:nvPr/>
        </p:nvSpPr>
        <p:spPr>
          <a:xfrm>
            <a:off x="5291509" y="1141427"/>
            <a:ext cx="12699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 dirty="0">
                <a:solidFill>
                  <a:srgbClr val="0070C0"/>
                </a:solidFill>
              </a:rPr>
              <a:t>local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472" name="Google Shape;472;p31"/>
          <p:cNvSpPr txBox="1"/>
          <p:nvPr/>
        </p:nvSpPr>
        <p:spPr>
          <a:xfrm>
            <a:off x="1490234" y="1635300"/>
            <a:ext cx="17730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50" b="1" dirty="0">
                <a:solidFill>
                  <a:srgbClr val="00B050"/>
                </a:solidFill>
              </a:rPr>
              <a:t>Yes</a:t>
            </a:r>
            <a:endParaRPr sz="1450" b="1" dirty="0">
              <a:solidFill>
                <a:srgbClr val="00B050"/>
              </a:solidFill>
            </a:endParaRPr>
          </a:p>
        </p:txBody>
      </p:sp>
      <p:sp>
        <p:nvSpPr>
          <p:cNvPr id="473" name="Google Shape;473;p31"/>
          <p:cNvSpPr txBox="1"/>
          <p:nvPr/>
        </p:nvSpPr>
        <p:spPr>
          <a:xfrm>
            <a:off x="3287084" y="1614261"/>
            <a:ext cx="17730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50" b="1" dirty="0">
                <a:solidFill>
                  <a:srgbClr val="00B050"/>
                </a:solidFill>
              </a:rPr>
              <a:t>Coarse + Fine</a:t>
            </a:r>
            <a:endParaRPr sz="1450" b="1" dirty="0">
              <a:solidFill>
                <a:srgbClr val="00B050"/>
              </a:solidFill>
            </a:endParaRPr>
          </a:p>
        </p:txBody>
      </p:sp>
      <p:sp>
        <p:nvSpPr>
          <p:cNvPr id="474" name="Google Shape;474;p31"/>
          <p:cNvSpPr txBox="1"/>
          <p:nvPr/>
        </p:nvSpPr>
        <p:spPr>
          <a:xfrm>
            <a:off x="5343643" y="1663619"/>
            <a:ext cx="1291866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50" b="1" dirty="0">
                <a:solidFill>
                  <a:srgbClr val="00B050"/>
                </a:solidFill>
              </a:rPr>
              <a:t>tiling</a:t>
            </a:r>
            <a:endParaRPr sz="1450" b="1" dirty="0">
              <a:solidFill>
                <a:srgbClr val="00B050"/>
              </a:solidFill>
            </a:endParaRPr>
          </a:p>
        </p:txBody>
      </p:sp>
      <p:sp>
        <p:nvSpPr>
          <p:cNvPr id="475" name="Google Shape;475;p31"/>
          <p:cNvSpPr txBox="1"/>
          <p:nvPr/>
        </p:nvSpPr>
        <p:spPr>
          <a:xfrm>
            <a:off x="1449059" y="2252287"/>
            <a:ext cx="17730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450" b="1" dirty="0">
                <a:solidFill>
                  <a:srgbClr val="FF0000"/>
                </a:solidFill>
              </a:rPr>
              <a:t>n</a:t>
            </a:r>
            <a:r>
              <a:rPr lang="es" sz="1450" b="1" dirty="0">
                <a:solidFill>
                  <a:srgbClr val="FF0000"/>
                </a:solidFill>
              </a:rPr>
              <a:t>ot good</a:t>
            </a:r>
            <a:endParaRPr sz="1450" b="1" dirty="0">
              <a:solidFill>
                <a:srgbClr val="FF0000"/>
              </a:solidFill>
            </a:endParaRPr>
          </a:p>
        </p:txBody>
      </p:sp>
      <p:sp>
        <p:nvSpPr>
          <p:cNvPr id="476" name="Google Shape;476;p31"/>
          <p:cNvSpPr txBox="1"/>
          <p:nvPr/>
        </p:nvSpPr>
        <p:spPr>
          <a:xfrm>
            <a:off x="3301309" y="2229497"/>
            <a:ext cx="17730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450" b="1" dirty="0">
                <a:solidFill>
                  <a:srgbClr val="00B050"/>
                </a:solidFill>
              </a:rPr>
              <a:t>C</a:t>
            </a:r>
            <a:r>
              <a:rPr lang="es" sz="1450" b="1" dirty="0">
                <a:solidFill>
                  <a:srgbClr val="00B050"/>
                </a:solidFill>
              </a:rPr>
              <a:t>oarse + Fine</a:t>
            </a:r>
            <a:endParaRPr sz="1450" b="1" dirty="0">
              <a:solidFill>
                <a:srgbClr val="00B050"/>
              </a:solidFill>
            </a:endParaRPr>
          </a:p>
        </p:txBody>
      </p:sp>
      <p:sp>
        <p:nvSpPr>
          <p:cNvPr id="477" name="Google Shape;477;p31"/>
          <p:cNvSpPr txBox="1"/>
          <p:nvPr/>
        </p:nvSpPr>
        <p:spPr>
          <a:xfrm>
            <a:off x="5103076" y="2261203"/>
            <a:ext cx="17730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50" b="1" dirty="0">
                <a:solidFill>
                  <a:srgbClr val="00B050"/>
                </a:solidFill>
              </a:rPr>
              <a:t>tiling</a:t>
            </a:r>
            <a:endParaRPr sz="1450" b="1" dirty="0">
              <a:solidFill>
                <a:srgbClr val="00B050"/>
              </a:solidFill>
            </a:endParaRPr>
          </a:p>
        </p:txBody>
      </p:sp>
      <p:cxnSp>
        <p:nvCxnSpPr>
          <p:cNvPr id="478" name="Google Shape;478;p31"/>
          <p:cNvCxnSpPr/>
          <p:nvPr/>
        </p:nvCxnSpPr>
        <p:spPr>
          <a:xfrm flipH="1">
            <a:off x="3255534" y="1234412"/>
            <a:ext cx="12300" cy="1650000"/>
          </a:xfrm>
          <a:prstGeom prst="straightConnector1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9" name="Google Shape;479;p31"/>
          <p:cNvCxnSpPr/>
          <p:nvPr/>
        </p:nvCxnSpPr>
        <p:spPr>
          <a:xfrm flipH="1">
            <a:off x="5122009" y="1234412"/>
            <a:ext cx="12300" cy="1650000"/>
          </a:xfrm>
          <a:prstGeom prst="straightConnector1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0" name="Google Shape;480;p31"/>
          <p:cNvCxnSpPr>
            <a:cxnSpLocks/>
          </p:cNvCxnSpPr>
          <p:nvPr/>
        </p:nvCxnSpPr>
        <p:spPr>
          <a:xfrm flipH="1" flipV="1">
            <a:off x="1371809" y="1567537"/>
            <a:ext cx="7054650" cy="7425"/>
          </a:xfrm>
          <a:prstGeom prst="straightConnector1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" name="Google Shape;481;p31"/>
          <p:cNvCxnSpPr>
            <a:cxnSpLocks/>
          </p:cNvCxnSpPr>
          <p:nvPr/>
        </p:nvCxnSpPr>
        <p:spPr>
          <a:xfrm flipH="1" flipV="1">
            <a:off x="1355259" y="2127200"/>
            <a:ext cx="7071200" cy="28761"/>
          </a:xfrm>
          <a:prstGeom prst="straightConnector1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9" name="Google Shape;499;p31"/>
          <p:cNvSpPr/>
          <p:nvPr/>
        </p:nvSpPr>
        <p:spPr>
          <a:xfrm>
            <a:off x="3501136" y="3194059"/>
            <a:ext cx="4397934" cy="603478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800" b="1" dirty="0">
                <a:solidFill>
                  <a:srgbClr val="7030A0"/>
                </a:solidFill>
              </a:rPr>
              <a:t>Can </a:t>
            </a:r>
            <a:r>
              <a:rPr lang="ca-ES" sz="1800" b="1" dirty="0" err="1">
                <a:solidFill>
                  <a:srgbClr val="7030A0"/>
                </a:solidFill>
              </a:rPr>
              <a:t>we</a:t>
            </a:r>
            <a:r>
              <a:rPr lang="ca-ES" sz="1800" b="1" dirty="0">
                <a:solidFill>
                  <a:srgbClr val="7030A0"/>
                </a:solidFill>
              </a:rPr>
              <a:t> get </a:t>
            </a:r>
            <a:r>
              <a:rPr lang="ca-ES" sz="1800" b="1" dirty="0" err="1">
                <a:solidFill>
                  <a:srgbClr val="7030A0"/>
                </a:solidFill>
              </a:rPr>
              <a:t>the</a:t>
            </a:r>
            <a:r>
              <a:rPr lang="ca-ES" sz="1800" b="1" dirty="0">
                <a:solidFill>
                  <a:srgbClr val="7030A0"/>
                </a:solidFill>
              </a:rPr>
              <a:t> best of </a:t>
            </a:r>
            <a:r>
              <a:rPr lang="ca-ES" sz="1800" b="1" dirty="0" err="1">
                <a:solidFill>
                  <a:srgbClr val="7030A0"/>
                </a:solidFill>
              </a:rPr>
              <a:t>both</a:t>
            </a:r>
            <a:r>
              <a:rPr lang="ca-ES" sz="1800" b="1" dirty="0">
                <a:solidFill>
                  <a:srgbClr val="7030A0"/>
                </a:solidFill>
              </a:rPr>
              <a:t> </a:t>
            </a:r>
            <a:r>
              <a:rPr lang="ca-ES" sz="1800" b="1" dirty="0" err="1">
                <a:solidFill>
                  <a:srgbClr val="7030A0"/>
                </a:solidFill>
              </a:rPr>
              <a:t>worlds</a:t>
            </a:r>
            <a:r>
              <a:rPr lang="ca-ES" sz="1800" b="1" dirty="0">
                <a:solidFill>
                  <a:srgbClr val="7030A0"/>
                </a:solidFill>
              </a:rPr>
              <a:t>?</a:t>
            </a:r>
            <a:endParaRPr sz="1800" dirty="0">
              <a:solidFill>
                <a:srgbClr val="7030A0"/>
              </a:solidFill>
            </a:endParaRPr>
          </a:p>
        </p:txBody>
      </p:sp>
      <p:sp>
        <p:nvSpPr>
          <p:cNvPr id="2" name="Google Shape;469;p31">
            <a:extLst>
              <a:ext uri="{FF2B5EF4-FFF2-40B4-BE49-F238E27FC236}">
                <a16:creationId xmlns:a16="http://schemas.microsoft.com/office/drawing/2014/main" id="{4CD55934-C6BB-00AE-D8C8-4EA17788C4DE}"/>
              </a:ext>
            </a:extLst>
          </p:cNvPr>
          <p:cNvSpPr txBox="1"/>
          <p:nvPr/>
        </p:nvSpPr>
        <p:spPr>
          <a:xfrm>
            <a:off x="492484" y="1111474"/>
            <a:ext cx="10239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 b="1" dirty="0">
                <a:solidFill>
                  <a:srgbClr val="0070C0"/>
                </a:solidFill>
              </a:rPr>
              <a:t>W</a:t>
            </a:r>
            <a:r>
              <a:rPr lang="es" sz="1600" b="1" dirty="0">
                <a:solidFill>
                  <a:srgbClr val="0070C0"/>
                </a:solidFill>
              </a:rPr>
              <a:t>ork: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3" name="Google Shape;469;p31">
            <a:extLst>
              <a:ext uri="{FF2B5EF4-FFF2-40B4-BE49-F238E27FC236}">
                <a16:creationId xmlns:a16="http://schemas.microsoft.com/office/drawing/2014/main" id="{D427336F-159D-610F-7A83-4981528E0424}"/>
              </a:ext>
            </a:extLst>
          </p:cNvPr>
          <p:cNvSpPr txBox="1"/>
          <p:nvPr/>
        </p:nvSpPr>
        <p:spPr>
          <a:xfrm>
            <a:off x="415534" y="1611043"/>
            <a:ext cx="10239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 dirty="0">
                <a:solidFill>
                  <a:schemeClr val="tx1"/>
                </a:solidFill>
              </a:rPr>
              <a:t>WFA:</a:t>
            </a:r>
            <a:endParaRPr sz="1600" b="1" dirty="0">
              <a:solidFill>
                <a:schemeClr val="tx1"/>
              </a:solidFill>
            </a:endParaRPr>
          </a:p>
        </p:txBody>
      </p:sp>
      <p:sp>
        <p:nvSpPr>
          <p:cNvPr id="4" name="Google Shape;469;p31">
            <a:extLst>
              <a:ext uri="{FF2B5EF4-FFF2-40B4-BE49-F238E27FC236}">
                <a16:creationId xmlns:a16="http://schemas.microsoft.com/office/drawing/2014/main" id="{18A675EE-3356-4208-C028-9B959299CFBA}"/>
              </a:ext>
            </a:extLst>
          </p:cNvPr>
          <p:cNvSpPr txBox="1"/>
          <p:nvPr/>
        </p:nvSpPr>
        <p:spPr>
          <a:xfrm>
            <a:off x="426302" y="2206811"/>
            <a:ext cx="1196363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 dirty="0">
                <a:solidFill>
                  <a:schemeClr val="tx1"/>
                </a:solidFill>
              </a:rPr>
              <a:t>Quicked:</a:t>
            </a:r>
            <a:endParaRPr sz="1600" b="1" dirty="0">
              <a:solidFill>
                <a:schemeClr val="tx1"/>
              </a:solidFill>
            </a:endParaRPr>
          </a:p>
        </p:txBody>
      </p:sp>
      <p:cxnSp>
        <p:nvCxnSpPr>
          <p:cNvPr id="9" name="Google Shape;479;p31">
            <a:extLst>
              <a:ext uri="{FF2B5EF4-FFF2-40B4-BE49-F238E27FC236}">
                <a16:creationId xmlns:a16="http://schemas.microsoft.com/office/drawing/2014/main" id="{31AA2228-818B-8924-5AFF-3BA002843FB7}"/>
              </a:ext>
            </a:extLst>
          </p:cNvPr>
          <p:cNvCxnSpPr/>
          <p:nvPr/>
        </p:nvCxnSpPr>
        <p:spPr>
          <a:xfrm flipH="1">
            <a:off x="6876076" y="1234412"/>
            <a:ext cx="12300" cy="1650000"/>
          </a:xfrm>
          <a:prstGeom prst="straightConnector1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Google Shape;471;p31">
            <a:extLst>
              <a:ext uri="{FF2B5EF4-FFF2-40B4-BE49-F238E27FC236}">
                <a16:creationId xmlns:a16="http://schemas.microsoft.com/office/drawing/2014/main" id="{D95203A7-0AA3-473B-67B5-ABEF012A833E}"/>
              </a:ext>
            </a:extLst>
          </p:cNvPr>
          <p:cNvSpPr txBox="1"/>
          <p:nvPr/>
        </p:nvSpPr>
        <p:spPr>
          <a:xfrm>
            <a:off x="7060650" y="1121937"/>
            <a:ext cx="12699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 dirty="0">
                <a:solidFill>
                  <a:srgbClr val="0070C0"/>
                </a:solidFill>
              </a:rPr>
              <a:t>regular</a:t>
            </a:r>
            <a:endParaRPr sz="1600" b="1" dirty="0">
              <a:solidFill>
                <a:srgbClr val="0070C0"/>
              </a:solidFill>
            </a:endParaRPr>
          </a:p>
        </p:txBody>
      </p:sp>
      <p:sp>
        <p:nvSpPr>
          <p:cNvPr id="11" name="Google Shape;477;p31">
            <a:extLst>
              <a:ext uri="{FF2B5EF4-FFF2-40B4-BE49-F238E27FC236}">
                <a16:creationId xmlns:a16="http://schemas.microsoft.com/office/drawing/2014/main" id="{A0BDB0A5-F9DF-1F0B-C245-7C9706830F94}"/>
              </a:ext>
            </a:extLst>
          </p:cNvPr>
          <p:cNvSpPr txBox="1"/>
          <p:nvPr/>
        </p:nvSpPr>
        <p:spPr>
          <a:xfrm>
            <a:off x="6733641" y="2268587"/>
            <a:ext cx="17730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50" b="1" dirty="0">
                <a:solidFill>
                  <a:srgbClr val="00B050"/>
                </a:solidFill>
              </a:rPr>
              <a:t>Yes</a:t>
            </a:r>
            <a:endParaRPr sz="1450" b="1" dirty="0">
              <a:solidFill>
                <a:srgbClr val="00B050"/>
              </a:solidFill>
            </a:endParaRPr>
          </a:p>
        </p:txBody>
      </p:sp>
      <p:sp>
        <p:nvSpPr>
          <p:cNvPr id="12" name="Google Shape;475;p31">
            <a:extLst>
              <a:ext uri="{FF2B5EF4-FFF2-40B4-BE49-F238E27FC236}">
                <a16:creationId xmlns:a16="http://schemas.microsoft.com/office/drawing/2014/main" id="{B50EB4B0-1980-5A77-A3D7-29283700D7BE}"/>
              </a:ext>
            </a:extLst>
          </p:cNvPr>
          <p:cNvSpPr txBox="1"/>
          <p:nvPr/>
        </p:nvSpPr>
        <p:spPr>
          <a:xfrm>
            <a:off x="6809100" y="1643387"/>
            <a:ext cx="1773000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450" b="1" dirty="0">
                <a:solidFill>
                  <a:srgbClr val="FF0000"/>
                </a:solidFill>
              </a:rPr>
              <a:t>n</a:t>
            </a:r>
            <a:r>
              <a:rPr lang="es" sz="1450" b="1" dirty="0">
                <a:solidFill>
                  <a:srgbClr val="FF0000"/>
                </a:solidFill>
              </a:rPr>
              <a:t>ot good</a:t>
            </a:r>
            <a:endParaRPr sz="1450" b="1" dirty="0">
              <a:solidFill>
                <a:srgbClr val="FF0000"/>
              </a:solidFill>
            </a:endParaRPr>
          </a:p>
        </p:txBody>
      </p:sp>
      <p:sp>
        <p:nvSpPr>
          <p:cNvPr id="14" name="QuadreDeText 13">
            <a:extLst>
              <a:ext uri="{FF2B5EF4-FFF2-40B4-BE49-F238E27FC236}">
                <a16:creationId xmlns:a16="http://schemas.microsoft.com/office/drawing/2014/main" id="{0BF93E80-D68B-EF22-76BE-B807882EF020}"/>
              </a:ext>
            </a:extLst>
          </p:cNvPr>
          <p:cNvSpPr txBox="1"/>
          <p:nvPr/>
        </p:nvSpPr>
        <p:spPr>
          <a:xfrm>
            <a:off x="4615509" y="4002073"/>
            <a:ext cx="27579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" sz="3200" b="1" dirty="0">
                <a:solidFill>
                  <a:srgbClr val="124484"/>
                </a:solidFill>
              </a:rPr>
              <a:t>Tiled WFA</a:t>
            </a:r>
            <a:endParaRPr lang="ca-ES" sz="3200" b="1" dirty="0"/>
          </a:p>
        </p:txBody>
      </p:sp>
      <p:grpSp>
        <p:nvGrpSpPr>
          <p:cNvPr id="19" name="Agrupa 18">
            <a:extLst>
              <a:ext uri="{FF2B5EF4-FFF2-40B4-BE49-F238E27FC236}">
                <a16:creationId xmlns:a16="http://schemas.microsoft.com/office/drawing/2014/main" id="{A3FEFEF9-43FC-3D86-A8AE-B01707759BFD}"/>
              </a:ext>
            </a:extLst>
          </p:cNvPr>
          <p:cNvGrpSpPr/>
          <p:nvPr/>
        </p:nvGrpSpPr>
        <p:grpSpPr>
          <a:xfrm>
            <a:off x="238098" y="3514602"/>
            <a:ext cx="1338300" cy="1513549"/>
            <a:chOff x="244724" y="3574236"/>
            <a:chExt cx="1338300" cy="1513549"/>
          </a:xfrm>
        </p:grpSpPr>
        <p:pic>
          <p:nvPicPr>
            <p:cNvPr id="16" name="Google Shape;143;p23">
              <a:extLst>
                <a:ext uri="{FF2B5EF4-FFF2-40B4-BE49-F238E27FC236}">
                  <a16:creationId xmlns:a16="http://schemas.microsoft.com/office/drawing/2014/main" id="{2992DAD9-5CF3-EAA6-C33B-A8B31267EFA0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4724" y="3896421"/>
              <a:ext cx="1338300" cy="11913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45;p23">
              <a:extLst>
                <a:ext uri="{FF2B5EF4-FFF2-40B4-BE49-F238E27FC236}">
                  <a16:creationId xmlns:a16="http://schemas.microsoft.com/office/drawing/2014/main" id="{F8555410-5C2E-6E7D-0C88-AA4022634041}"/>
                </a:ext>
              </a:extLst>
            </p:cNvPr>
            <p:cNvSpPr txBox="1"/>
            <p:nvPr/>
          </p:nvSpPr>
          <p:spPr>
            <a:xfrm>
              <a:off x="601433" y="3574236"/>
              <a:ext cx="556891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es" sz="1485" b="1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DP</a:t>
              </a:r>
              <a:endParaRPr sz="1485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Agrupa 19">
            <a:extLst>
              <a:ext uri="{FF2B5EF4-FFF2-40B4-BE49-F238E27FC236}">
                <a16:creationId xmlns:a16="http://schemas.microsoft.com/office/drawing/2014/main" id="{3C3D0975-E607-15A7-EDFE-26380CDD573C}"/>
              </a:ext>
            </a:extLst>
          </p:cNvPr>
          <p:cNvGrpSpPr/>
          <p:nvPr/>
        </p:nvGrpSpPr>
        <p:grpSpPr>
          <a:xfrm>
            <a:off x="1576398" y="3514602"/>
            <a:ext cx="1428307" cy="1496320"/>
            <a:chOff x="1583024" y="3574236"/>
            <a:chExt cx="1428307" cy="1496320"/>
          </a:xfrm>
        </p:grpSpPr>
        <p:pic>
          <p:nvPicPr>
            <p:cNvPr id="15" name="Google Shape;142;p23">
              <a:extLst>
                <a:ext uri="{FF2B5EF4-FFF2-40B4-BE49-F238E27FC236}">
                  <a16:creationId xmlns:a16="http://schemas.microsoft.com/office/drawing/2014/main" id="{9B5ACE5D-69AF-BCBD-9D06-07DDCE0D07AE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83024" y="3913650"/>
              <a:ext cx="1428307" cy="11569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151;p23">
              <a:extLst>
                <a:ext uri="{FF2B5EF4-FFF2-40B4-BE49-F238E27FC236}">
                  <a16:creationId xmlns:a16="http://schemas.microsoft.com/office/drawing/2014/main" id="{5C4C16C9-0C0C-0D60-EA13-44F5629518E7}"/>
                </a:ext>
              </a:extLst>
            </p:cNvPr>
            <p:cNvSpPr txBox="1"/>
            <p:nvPr/>
          </p:nvSpPr>
          <p:spPr>
            <a:xfrm>
              <a:off x="1767524" y="3574236"/>
              <a:ext cx="1059306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450" b="1" dirty="0">
                  <a:latin typeface="Calibri"/>
                  <a:ea typeface="Calibri"/>
                  <a:cs typeface="Calibri"/>
                  <a:sym typeface="Calibri"/>
                </a:rPr>
                <a:t>WFA</a:t>
              </a:r>
              <a:endParaRPr sz="145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Google Shape;469;p31">
            <a:extLst>
              <a:ext uri="{FF2B5EF4-FFF2-40B4-BE49-F238E27FC236}">
                <a16:creationId xmlns:a16="http://schemas.microsoft.com/office/drawing/2014/main" id="{3B926F55-B11C-2939-FA90-58951132A6F6}"/>
              </a:ext>
            </a:extLst>
          </p:cNvPr>
          <p:cNvSpPr txBox="1"/>
          <p:nvPr/>
        </p:nvSpPr>
        <p:spPr>
          <a:xfrm>
            <a:off x="1247579" y="714968"/>
            <a:ext cx="2444829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 b="1" dirty="0" err="1">
                <a:solidFill>
                  <a:srgbClr val="C00000"/>
                </a:solidFill>
              </a:rPr>
              <a:t>Algorithmic</a:t>
            </a:r>
            <a:r>
              <a:rPr lang="ca-ES" sz="1600" b="1" dirty="0">
                <a:solidFill>
                  <a:srgbClr val="C00000"/>
                </a:solidFill>
              </a:rPr>
              <a:t> </a:t>
            </a:r>
            <a:r>
              <a:rPr lang="ca-ES" sz="1600" b="1" dirty="0" err="1">
                <a:solidFill>
                  <a:srgbClr val="C00000"/>
                </a:solidFill>
              </a:rPr>
              <a:t>complexity</a:t>
            </a:r>
            <a:endParaRPr sz="1600" b="1" dirty="0">
              <a:solidFill>
                <a:srgbClr val="C00000"/>
              </a:solidFill>
            </a:endParaRPr>
          </a:p>
        </p:txBody>
      </p:sp>
      <p:sp>
        <p:nvSpPr>
          <p:cNvPr id="6" name="Google Shape;469;p31">
            <a:extLst>
              <a:ext uri="{FF2B5EF4-FFF2-40B4-BE49-F238E27FC236}">
                <a16:creationId xmlns:a16="http://schemas.microsoft.com/office/drawing/2014/main" id="{E541B946-254C-FEA9-82BE-05436D9BB784}"/>
              </a:ext>
            </a:extLst>
          </p:cNvPr>
          <p:cNvSpPr txBox="1"/>
          <p:nvPr/>
        </p:nvSpPr>
        <p:spPr>
          <a:xfrm>
            <a:off x="4255105" y="708041"/>
            <a:ext cx="3440495" cy="4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-ES" sz="1600" b="1" dirty="0">
                <a:solidFill>
                  <a:srgbClr val="C00000"/>
                </a:solidFill>
              </a:rPr>
              <a:t>Hardware-</a:t>
            </a:r>
            <a:r>
              <a:rPr lang="ca-ES" sz="1600" b="1" dirty="0" err="1">
                <a:solidFill>
                  <a:srgbClr val="C00000"/>
                </a:solidFill>
              </a:rPr>
              <a:t>friendly</a:t>
            </a:r>
            <a:r>
              <a:rPr lang="ca-ES" sz="1600" b="1" dirty="0">
                <a:solidFill>
                  <a:srgbClr val="C00000"/>
                </a:solidFill>
              </a:rPr>
              <a:t> </a:t>
            </a:r>
            <a:r>
              <a:rPr lang="ca-ES" sz="1600" b="1" dirty="0" err="1">
                <a:solidFill>
                  <a:srgbClr val="C00000"/>
                </a:solidFill>
              </a:rPr>
              <a:t>requirements</a:t>
            </a:r>
            <a:endParaRPr sz="16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9" grpId="0"/>
      <p:bldP spid="470" grpId="0"/>
      <p:bldP spid="471" grpId="0"/>
      <p:bldP spid="472" grpId="0"/>
      <p:bldP spid="473" grpId="0"/>
      <p:bldP spid="474" grpId="0"/>
      <p:bldP spid="475" grpId="0"/>
      <p:bldP spid="476" grpId="0"/>
      <p:bldP spid="477" grpId="0"/>
      <p:bldP spid="499" grpId="0"/>
      <p:bldP spid="3" grpId="0"/>
      <p:bldP spid="4" grpId="0"/>
      <p:bldP spid="10" grpId="0"/>
      <p:bldP spid="11" grpId="0"/>
      <p:bldP spid="12" grpId="0"/>
      <p:bldP spid="14" grpId="0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252B0C05-CCC1-27AA-FB83-D46A20421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A895EC-F386-0489-9C1D-A2881F347FCD}"/>
              </a:ext>
            </a:extLst>
          </p:cNvPr>
          <p:cNvSpPr/>
          <p:nvPr/>
        </p:nvSpPr>
        <p:spPr>
          <a:xfrm>
            <a:off x="135732" y="182436"/>
            <a:ext cx="7300912" cy="48786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pic>
        <p:nvPicPr>
          <p:cNvPr id="14" name="Google Shape;143;p23">
            <a:extLst>
              <a:ext uri="{FF2B5EF4-FFF2-40B4-BE49-F238E27FC236}">
                <a16:creationId xmlns:a16="http://schemas.microsoft.com/office/drawing/2014/main" id="{4C7149EB-2261-C363-C7F2-8234D14D896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716787">
            <a:off x="1426107" y="1363807"/>
            <a:ext cx="761387" cy="77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>
            <a:extLst>
              <a:ext uri="{FF2B5EF4-FFF2-40B4-BE49-F238E27FC236}">
                <a16:creationId xmlns:a16="http://schemas.microsoft.com/office/drawing/2014/main" id="{E8675570-856A-ED72-AE20-2B25D8F679D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716787">
            <a:off x="295019" y="333827"/>
            <a:ext cx="761387" cy="7749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99;p31">
            <a:extLst>
              <a:ext uri="{FF2B5EF4-FFF2-40B4-BE49-F238E27FC236}">
                <a16:creationId xmlns:a16="http://schemas.microsoft.com/office/drawing/2014/main" id="{9C546FCC-79EE-E54F-0641-080C2E572413}"/>
              </a:ext>
            </a:extLst>
          </p:cNvPr>
          <p:cNvSpPr/>
          <p:nvPr/>
        </p:nvSpPr>
        <p:spPr>
          <a:xfrm>
            <a:off x="2122841" y="387218"/>
            <a:ext cx="4898318" cy="115265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0" dirty="0">
                <a:solidFill>
                  <a:srgbClr val="002060"/>
                </a:solidFill>
                <a:latin typeface="Arial Narrow" panose="020B0606020202030204" pitchFamily="34" charset="0"/>
              </a:rPr>
              <a:t>At some point, the computed band cannot guarantee that the optimal alignment must necessarily be inside the band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AAB1404-B058-A962-76AE-2BA8DB475440}"/>
              </a:ext>
            </a:extLst>
          </p:cNvPr>
          <p:cNvSpPr/>
          <p:nvPr/>
        </p:nvSpPr>
        <p:spPr>
          <a:xfrm>
            <a:off x="2211324" y="1805459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Google Shape;499;p31">
            <a:extLst>
              <a:ext uri="{FF2B5EF4-FFF2-40B4-BE49-F238E27FC236}">
                <a16:creationId xmlns:a16="http://schemas.microsoft.com/office/drawing/2014/main" id="{6A2E85B0-218A-D82B-3298-28100E3D8CD0}"/>
              </a:ext>
            </a:extLst>
          </p:cNvPr>
          <p:cNvSpPr/>
          <p:nvPr/>
        </p:nvSpPr>
        <p:spPr>
          <a:xfrm>
            <a:off x="307692" y="2628991"/>
            <a:ext cx="6956991" cy="51633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0" dirty="0" err="1">
                <a:solidFill>
                  <a:srgbClr val="C00000"/>
                </a:solidFill>
              </a:rPr>
              <a:t>QuickED</a:t>
            </a:r>
            <a:r>
              <a:rPr lang="en-US" sz="2000" b="1" noProof="0" dirty="0">
                <a:solidFill>
                  <a:srgbClr val="C00000"/>
                </a:solidFill>
              </a:rPr>
              <a:t> rationale</a:t>
            </a:r>
            <a:r>
              <a:rPr lang="en-US" sz="2000" noProof="0" dirty="0">
                <a:solidFill>
                  <a:srgbClr val="C00000"/>
                </a:solidFill>
              </a:rPr>
              <a:t>: continue till the end and get a </a:t>
            </a:r>
            <a:r>
              <a:rPr lang="en-US" sz="2000" b="1" noProof="0" dirty="0">
                <a:solidFill>
                  <a:srgbClr val="C00000"/>
                </a:solidFill>
              </a:rPr>
              <a:t>bound</a:t>
            </a:r>
          </a:p>
        </p:txBody>
      </p:sp>
      <p:sp>
        <p:nvSpPr>
          <p:cNvPr id="12" name="Google Shape;499;p31">
            <a:extLst>
              <a:ext uri="{FF2B5EF4-FFF2-40B4-BE49-F238E27FC236}">
                <a16:creationId xmlns:a16="http://schemas.microsoft.com/office/drawing/2014/main" id="{0324A902-9880-962D-E645-FB9B9110C11F}"/>
              </a:ext>
            </a:extLst>
          </p:cNvPr>
          <p:cNvSpPr/>
          <p:nvPr/>
        </p:nvSpPr>
        <p:spPr>
          <a:xfrm>
            <a:off x="901349" y="3223850"/>
            <a:ext cx="5479972" cy="51633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0" dirty="0">
                <a:solidFill>
                  <a:srgbClr val="007E39"/>
                </a:solidFill>
              </a:rPr>
              <a:t>WFA</a:t>
            </a:r>
            <a:r>
              <a:rPr lang="en-US" sz="2000" noProof="0" dirty="0">
                <a:solidFill>
                  <a:srgbClr val="007E39"/>
                </a:solidFill>
              </a:rPr>
              <a:t>: assure all paths with </a:t>
            </a:r>
            <a:r>
              <a:rPr lang="en-US" sz="2000" dirty="0">
                <a:solidFill>
                  <a:srgbClr val="007E39"/>
                </a:solidFill>
              </a:rPr>
              <a:t>a minimum p</a:t>
            </a:r>
            <a:r>
              <a:rPr lang="en-US" sz="2000" noProof="0" dirty="0" err="1">
                <a:solidFill>
                  <a:srgbClr val="007E39"/>
                </a:solidFill>
              </a:rPr>
              <a:t>romising</a:t>
            </a:r>
            <a:r>
              <a:rPr lang="en-US" sz="2000" noProof="0" dirty="0">
                <a:solidFill>
                  <a:srgbClr val="007E39"/>
                </a:solidFill>
              </a:rPr>
              <a:t> cost are visited</a:t>
            </a:r>
          </a:p>
        </p:txBody>
      </p:sp>
      <p:pic>
        <p:nvPicPr>
          <p:cNvPr id="13" name="Google Shape;143;p23">
            <a:extLst>
              <a:ext uri="{FF2B5EF4-FFF2-40B4-BE49-F238E27FC236}">
                <a16:creationId xmlns:a16="http://schemas.microsoft.com/office/drawing/2014/main" id="{DBBA58B3-1171-A87A-DD85-157504F5D82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716787">
            <a:off x="855947" y="847396"/>
            <a:ext cx="761387" cy="7749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383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2033" y="453431"/>
            <a:ext cx="4767230" cy="4557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775" y="466017"/>
            <a:ext cx="2340437" cy="210573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1292535" y="200018"/>
            <a:ext cx="556891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1485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DP</a:t>
            </a:r>
            <a:endParaRPr sz="1485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3532095" y="132430"/>
            <a:ext cx="2458500" cy="3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50" b="1" dirty="0">
                <a:latin typeface="Calibri"/>
                <a:ea typeface="Calibri"/>
                <a:cs typeface="Calibri"/>
                <a:sym typeface="Calibri"/>
              </a:rPr>
              <a:t>WFA</a:t>
            </a:r>
            <a:endParaRPr sz="145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571B2476-45C8-2E0B-8625-75E1CEA4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tge 15">
            <a:extLst>
              <a:ext uri="{FF2B5EF4-FFF2-40B4-BE49-F238E27FC236}">
                <a16:creationId xmlns:a16="http://schemas.microsoft.com/office/drawing/2014/main" id="{32188C9D-CEB5-10B3-3851-80DF02C09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76" y="0"/>
            <a:ext cx="8726943" cy="5143500"/>
          </a:xfrm>
          <a:prstGeom prst="rect">
            <a:avLst/>
          </a:prstGeom>
        </p:spPr>
      </p:pic>
      <p:cxnSp>
        <p:nvCxnSpPr>
          <p:cNvPr id="31" name="Connector recte 30">
            <a:extLst>
              <a:ext uri="{FF2B5EF4-FFF2-40B4-BE49-F238E27FC236}">
                <a16:creationId xmlns:a16="http://schemas.microsoft.com/office/drawing/2014/main" id="{2A4F88E4-5694-B535-C57C-1D75E27AEDF1}"/>
              </a:ext>
            </a:extLst>
          </p:cNvPr>
          <p:cNvCxnSpPr/>
          <p:nvPr/>
        </p:nvCxnSpPr>
        <p:spPr>
          <a:xfrm flipH="1" flipV="1">
            <a:off x="2846328" y="281883"/>
            <a:ext cx="5912661" cy="4750755"/>
          </a:xfrm>
          <a:prstGeom prst="line">
            <a:avLst/>
          </a:prstGeom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rida: línia corbada 2">
            <a:extLst>
              <a:ext uri="{FF2B5EF4-FFF2-40B4-BE49-F238E27FC236}">
                <a16:creationId xmlns:a16="http://schemas.microsoft.com/office/drawing/2014/main" id="{4C428BB3-505C-87DE-BA35-E5A27D8E55FB}"/>
              </a:ext>
            </a:extLst>
          </p:cNvPr>
          <p:cNvSpPr/>
          <p:nvPr/>
        </p:nvSpPr>
        <p:spPr>
          <a:xfrm>
            <a:off x="3858180" y="937825"/>
            <a:ext cx="1427639" cy="749742"/>
          </a:xfrm>
          <a:prstGeom prst="borderCallout2">
            <a:avLst>
              <a:gd name="adj1" fmla="val 21687"/>
              <a:gd name="adj2" fmla="val -5974"/>
              <a:gd name="adj3" fmla="val 25387"/>
              <a:gd name="adj4" fmla="val -25399"/>
              <a:gd name="adj5" fmla="val 18726"/>
              <a:gd name="adj6" fmla="val -50250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492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7C128DBD-5A33-664B-1236-0E72719AE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tge 4">
            <a:extLst>
              <a:ext uri="{FF2B5EF4-FFF2-40B4-BE49-F238E27FC236}">
                <a16:creationId xmlns:a16="http://schemas.microsoft.com/office/drawing/2014/main" id="{2AEEB764-D890-BD50-9492-A28CFE910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66" y="-66413"/>
            <a:ext cx="8831068" cy="5143500"/>
          </a:xfrm>
          <a:prstGeom prst="rect">
            <a:avLst/>
          </a:prstGeom>
        </p:spPr>
      </p:pic>
      <p:cxnSp>
        <p:nvCxnSpPr>
          <p:cNvPr id="8" name="Connector recte 7">
            <a:extLst>
              <a:ext uri="{FF2B5EF4-FFF2-40B4-BE49-F238E27FC236}">
                <a16:creationId xmlns:a16="http://schemas.microsoft.com/office/drawing/2014/main" id="{D00B23AC-D346-4BF4-A044-5D8986174FF6}"/>
              </a:ext>
            </a:extLst>
          </p:cNvPr>
          <p:cNvCxnSpPr/>
          <p:nvPr/>
        </p:nvCxnSpPr>
        <p:spPr>
          <a:xfrm flipH="1" flipV="1">
            <a:off x="2908204" y="254382"/>
            <a:ext cx="5912661" cy="4750755"/>
          </a:xfrm>
          <a:prstGeom prst="line">
            <a:avLst/>
          </a:prstGeom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197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tge 2">
            <a:extLst>
              <a:ext uri="{FF2B5EF4-FFF2-40B4-BE49-F238E27FC236}">
                <a16:creationId xmlns:a16="http://schemas.microsoft.com/office/drawing/2014/main" id="{03A79EAB-D874-93C6-D71B-BD1BB7892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88" y="144643"/>
            <a:ext cx="8444312" cy="499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79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A2D8-E7A2-10E3-510C-DD2575DB1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tge 3">
            <a:extLst>
              <a:ext uri="{FF2B5EF4-FFF2-40B4-BE49-F238E27FC236}">
                <a16:creationId xmlns:a16="http://schemas.microsoft.com/office/drawing/2014/main" id="{E2F9D752-5A09-B304-C5F3-C862101D9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8" y="93440"/>
            <a:ext cx="8461261" cy="505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438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1156F-349B-032D-5E44-C8A195E8A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tge 3">
            <a:extLst>
              <a:ext uri="{FF2B5EF4-FFF2-40B4-BE49-F238E27FC236}">
                <a16:creationId xmlns:a16="http://schemas.microsoft.com/office/drawing/2014/main" id="{2C74E177-6CDD-A9C9-0553-D3797FD37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95" y="79199"/>
            <a:ext cx="7694605" cy="496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00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2D88F-5C6A-AC2B-5CD6-598EC1F4B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tge 2">
            <a:extLst>
              <a:ext uri="{FF2B5EF4-FFF2-40B4-BE49-F238E27FC236}">
                <a16:creationId xmlns:a16="http://schemas.microsoft.com/office/drawing/2014/main" id="{81864A57-9704-6F63-8CCE-AED865633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932"/>
            <a:ext cx="8114400" cy="506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989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tge 2">
            <a:extLst>
              <a:ext uri="{FF2B5EF4-FFF2-40B4-BE49-F238E27FC236}">
                <a16:creationId xmlns:a16="http://schemas.microsoft.com/office/drawing/2014/main" id="{9471CA68-5601-D2E4-2F86-3973CA70B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16" y="84805"/>
            <a:ext cx="7879984" cy="49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66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91025BA9-F07A-D8A9-792A-AAA100F62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DD50D7-8E4E-C285-391A-13CFF06C5587}"/>
              </a:ext>
            </a:extLst>
          </p:cNvPr>
          <p:cNvSpPr/>
          <p:nvPr/>
        </p:nvSpPr>
        <p:spPr>
          <a:xfrm>
            <a:off x="135732" y="4159044"/>
            <a:ext cx="2075592" cy="9020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ca-E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143" name="Google Shape;143;p23">
            <a:extLst>
              <a:ext uri="{FF2B5EF4-FFF2-40B4-BE49-F238E27FC236}">
                <a16:creationId xmlns:a16="http://schemas.microsoft.com/office/drawing/2014/main" id="{63C28927-320A-5A8B-31FD-D3A5AE36241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716787">
            <a:off x="295019" y="333827"/>
            <a:ext cx="761387" cy="77493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B40DEC34-69B5-657E-0332-80525B7A8CC5}"/>
              </a:ext>
            </a:extLst>
          </p:cNvPr>
          <p:cNvSpPr/>
          <p:nvPr/>
        </p:nvSpPr>
        <p:spPr>
          <a:xfrm>
            <a:off x="2211324" y="1805459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1" name="Google Shape;499;p31">
            <a:extLst>
              <a:ext uri="{FF2B5EF4-FFF2-40B4-BE49-F238E27FC236}">
                <a16:creationId xmlns:a16="http://schemas.microsoft.com/office/drawing/2014/main" id="{99787ADD-5962-C72D-D541-314F6FE5AE1E}"/>
              </a:ext>
            </a:extLst>
          </p:cNvPr>
          <p:cNvSpPr/>
          <p:nvPr/>
        </p:nvSpPr>
        <p:spPr>
          <a:xfrm>
            <a:off x="2665257" y="463128"/>
            <a:ext cx="5615134" cy="51633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Data Structures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hold tile frontiers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Google Shape;499;p31">
            <a:extLst>
              <a:ext uri="{FF2B5EF4-FFF2-40B4-BE49-F238E27FC236}">
                <a16:creationId xmlns:a16="http://schemas.microsoft.com/office/drawing/2014/main" id="{70AB786E-9FF6-1127-CC92-1CCAC9B34583}"/>
              </a:ext>
            </a:extLst>
          </p:cNvPr>
          <p:cNvSpPr/>
          <p:nvPr/>
        </p:nvSpPr>
        <p:spPr>
          <a:xfrm>
            <a:off x="3172600" y="1052886"/>
            <a:ext cx="5479972" cy="362748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E3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E3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promote sequential accesses to frontier data, required for tile-computing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E3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2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E3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simplify look for most-promising tile on a super-antidiagonal, required for next-tile computation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7E3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E3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temporal locality: prioritize data stored in fast memory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E39"/>
                </a:solidFill>
                <a:effectLst/>
                <a:uLnTx/>
                <a:uFillTx/>
                <a:latin typeface="Arial"/>
                <a:cs typeface="Arial"/>
                <a:sym typeface="Wingdings" panose="05000000000000000000" pitchFamily="2" charset="2"/>
              </a:rPr>
              <a:t> (1) more likely to be used in the near future &amp; (2) more expensive to recompute in case it is not available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7E3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3" name="Google Shape;143;p23">
            <a:extLst>
              <a:ext uri="{FF2B5EF4-FFF2-40B4-BE49-F238E27FC236}">
                <a16:creationId xmlns:a16="http://schemas.microsoft.com/office/drawing/2014/main" id="{53F75A61-F76B-E3E9-E693-380BFBE5EBE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716787">
            <a:off x="855947" y="847396"/>
            <a:ext cx="761387" cy="7749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nector recte 3">
            <a:extLst>
              <a:ext uri="{FF2B5EF4-FFF2-40B4-BE49-F238E27FC236}">
                <a16:creationId xmlns:a16="http://schemas.microsoft.com/office/drawing/2014/main" id="{B735C9A4-7A1E-FBC2-FBEC-BFA02D736242}"/>
              </a:ext>
            </a:extLst>
          </p:cNvPr>
          <p:cNvCxnSpPr/>
          <p:nvPr/>
        </p:nvCxnSpPr>
        <p:spPr>
          <a:xfrm>
            <a:off x="1767498" y="1222145"/>
            <a:ext cx="570160" cy="5135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recte 4">
            <a:extLst>
              <a:ext uri="{FF2B5EF4-FFF2-40B4-BE49-F238E27FC236}">
                <a16:creationId xmlns:a16="http://schemas.microsoft.com/office/drawing/2014/main" id="{56BD3594-20BE-530D-DBB0-EE71B8BC0890}"/>
              </a:ext>
            </a:extLst>
          </p:cNvPr>
          <p:cNvCxnSpPr/>
          <p:nvPr/>
        </p:nvCxnSpPr>
        <p:spPr>
          <a:xfrm>
            <a:off x="1293640" y="1766428"/>
            <a:ext cx="570160" cy="5135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recte 5">
            <a:extLst>
              <a:ext uri="{FF2B5EF4-FFF2-40B4-BE49-F238E27FC236}">
                <a16:creationId xmlns:a16="http://schemas.microsoft.com/office/drawing/2014/main" id="{4D4FFB01-1A91-BD22-718E-FE19AEA28893}"/>
              </a:ext>
            </a:extLst>
          </p:cNvPr>
          <p:cNvCxnSpPr>
            <a:cxnSpLocks/>
          </p:cNvCxnSpPr>
          <p:nvPr/>
        </p:nvCxnSpPr>
        <p:spPr>
          <a:xfrm flipH="1">
            <a:off x="1863800" y="1731116"/>
            <a:ext cx="473858" cy="54888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rida: línia corbada 7">
            <a:extLst>
              <a:ext uri="{FF2B5EF4-FFF2-40B4-BE49-F238E27FC236}">
                <a16:creationId xmlns:a16="http://schemas.microsoft.com/office/drawing/2014/main" id="{1B92D2AE-3771-2D03-E6D2-5E96B727A188}"/>
              </a:ext>
            </a:extLst>
          </p:cNvPr>
          <p:cNvSpPr/>
          <p:nvPr/>
        </p:nvSpPr>
        <p:spPr>
          <a:xfrm>
            <a:off x="2433177" y="781940"/>
            <a:ext cx="739423" cy="516330"/>
          </a:xfrm>
          <a:prstGeom prst="borderCallout2">
            <a:avLst>
              <a:gd name="adj1" fmla="val 18750"/>
              <a:gd name="adj2" fmla="val -8333"/>
              <a:gd name="adj3" fmla="val 59882"/>
              <a:gd name="adj4" fmla="val -46187"/>
              <a:gd name="adj5" fmla="val 112500"/>
              <a:gd name="adj6" fmla="val -4666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right frontier</a:t>
            </a:r>
          </a:p>
        </p:txBody>
      </p:sp>
      <p:sp>
        <p:nvSpPr>
          <p:cNvPr id="15" name="Crida: línia corbada 14">
            <a:extLst>
              <a:ext uri="{FF2B5EF4-FFF2-40B4-BE49-F238E27FC236}">
                <a16:creationId xmlns:a16="http://schemas.microsoft.com/office/drawing/2014/main" id="{B7A87151-F8DE-0E0C-21FD-E7C6B0DE4695}"/>
              </a:ext>
            </a:extLst>
          </p:cNvPr>
          <p:cNvSpPr/>
          <p:nvPr/>
        </p:nvSpPr>
        <p:spPr>
          <a:xfrm>
            <a:off x="624101" y="2196291"/>
            <a:ext cx="739423" cy="516330"/>
          </a:xfrm>
          <a:prstGeom prst="borderCallout2">
            <a:avLst>
              <a:gd name="adj1" fmla="val -10956"/>
              <a:gd name="adj2" fmla="val 60281"/>
              <a:gd name="adj3" fmla="val -42948"/>
              <a:gd name="adj4" fmla="val 74286"/>
              <a:gd name="adj5" fmla="val -41745"/>
              <a:gd name="adj6" fmla="val 107315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left frontier</a:t>
            </a:r>
          </a:p>
        </p:txBody>
      </p:sp>
      <p:sp>
        <p:nvSpPr>
          <p:cNvPr id="16" name="Crida: línia corbada 15">
            <a:extLst>
              <a:ext uri="{FF2B5EF4-FFF2-40B4-BE49-F238E27FC236}">
                <a16:creationId xmlns:a16="http://schemas.microsoft.com/office/drawing/2014/main" id="{FC4F1520-D436-1544-26E6-386B09CB83C8}"/>
              </a:ext>
            </a:extLst>
          </p:cNvPr>
          <p:cNvSpPr/>
          <p:nvPr/>
        </p:nvSpPr>
        <p:spPr>
          <a:xfrm>
            <a:off x="2063465" y="2279997"/>
            <a:ext cx="739423" cy="291753"/>
          </a:xfrm>
          <a:prstGeom prst="borderCallout2">
            <a:avLst>
              <a:gd name="adj1" fmla="val -10956"/>
              <a:gd name="adj2" fmla="val 60281"/>
              <a:gd name="adj3" fmla="val -67212"/>
              <a:gd name="adj4" fmla="val 55936"/>
              <a:gd name="adj5" fmla="val -114538"/>
              <a:gd name="adj6" fmla="val 25936"/>
            </a:avLst>
          </a:prstGeom>
          <a:solidFill>
            <a:srgbClr val="ECDFF5"/>
          </a:solidFill>
          <a:ln w="127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front</a:t>
            </a:r>
          </a:p>
        </p:txBody>
      </p:sp>
    </p:spTree>
    <p:extLst>
      <p:ext uri="{BB962C8B-B14F-4D97-AF65-F5344CB8AC3E}">
        <p14:creationId xmlns:p14="http://schemas.microsoft.com/office/powerpoint/2010/main" val="308426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4890568E-40FF-7F63-CE7B-F1768CF36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tge 15">
            <a:extLst>
              <a:ext uri="{FF2B5EF4-FFF2-40B4-BE49-F238E27FC236}">
                <a16:creationId xmlns:a16="http://schemas.microsoft.com/office/drawing/2014/main" id="{4A9E184E-4897-5CA6-F6ED-D9DD6E700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76" y="0"/>
            <a:ext cx="8726943" cy="5143500"/>
          </a:xfrm>
          <a:prstGeom prst="rect">
            <a:avLst/>
          </a:prstGeom>
        </p:spPr>
      </p:pic>
      <p:cxnSp>
        <p:nvCxnSpPr>
          <p:cNvPr id="31" name="Connector recte 30">
            <a:extLst>
              <a:ext uri="{FF2B5EF4-FFF2-40B4-BE49-F238E27FC236}">
                <a16:creationId xmlns:a16="http://schemas.microsoft.com/office/drawing/2014/main" id="{6A9B3A47-74C3-AFD1-2B87-026661EA2DDB}"/>
              </a:ext>
            </a:extLst>
          </p:cNvPr>
          <p:cNvCxnSpPr/>
          <p:nvPr/>
        </p:nvCxnSpPr>
        <p:spPr>
          <a:xfrm flipH="1" flipV="1">
            <a:off x="2846328" y="281883"/>
            <a:ext cx="5912661" cy="4750755"/>
          </a:xfrm>
          <a:prstGeom prst="line">
            <a:avLst/>
          </a:prstGeom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859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35BAA3DB-BD84-282A-525D-36E7EBFDC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tge 4">
            <a:extLst>
              <a:ext uri="{FF2B5EF4-FFF2-40B4-BE49-F238E27FC236}">
                <a16:creationId xmlns:a16="http://schemas.microsoft.com/office/drawing/2014/main" id="{0553CCA7-66C9-76B9-B172-8F9757940B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" t="121" r="54666" b="55875"/>
          <a:stretch>
            <a:fillRect/>
          </a:stretch>
        </p:blipFill>
        <p:spPr>
          <a:xfrm>
            <a:off x="122319" y="11170"/>
            <a:ext cx="7151630" cy="4047613"/>
          </a:xfrm>
          <a:prstGeom prst="rect">
            <a:avLst/>
          </a:prstGeom>
        </p:spPr>
      </p:pic>
      <p:cxnSp>
        <p:nvCxnSpPr>
          <p:cNvPr id="8" name="Connector recte 7">
            <a:extLst>
              <a:ext uri="{FF2B5EF4-FFF2-40B4-BE49-F238E27FC236}">
                <a16:creationId xmlns:a16="http://schemas.microsoft.com/office/drawing/2014/main" id="{7C6D309F-FB02-2495-BB31-7221C46870AF}"/>
              </a:ext>
            </a:extLst>
          </p:cNvPr>
          <p:cNvCxnSpPr>
            <a:cxnSpLocks/>
          </p:cNvCxnSpPr>
          <p:nvPr/>
        </p:nvCxnSpPr>
        <p:spPr>
          <a:xfrm flipH="1" flipV="1">
            <a:off x="4962845" y="392745"/>
            <a:ext cx="3607269" cy="2962347"/>
          </a:xfrm>
          <a:prstGeom prst="line">
            <a:avLst/>
          </a:prstGeom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cantonades arrodonides 8">
            <a:extLst>
              <a:ext uri="{FF2B5EF4-FFF2-40B4-BE49-F238E27FC236}">
                <a16:creationId xmlns:a16="http://schemas.microsoft.com/office/drawing/2014/main" id="{05C06BB0-6A34-0CB6-405E-6751F9A07B42}"/>
              </a:ext>
            </a:extLst>
          </p:cNvPr>
          <p:cNvSpPr/>
          <p:nvPr/>
        </p:nvSpPr>
        <p:spPr>
          <a:xfrm>
            <a:off x="5006491" y="448891"/>
            <a:ext cx="2267458" cy="1790541"/>
          </a:xfrm>
          <a:prstGeom prst="roundRect">
            <a:avLst/>
          </a:prstGeom>
          <a:noFill/>
          <a:ln w="63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0" name="Rectangle: cantonades arrodonides 9">
            <a:extLst>
              <a:ext uri="{FF2B5EF4-FFF2-40B4-BE49-F238E27FC236}">
                <a16:creationId xmlns:a16="http://schemas.microsoft.com/office/drawing/2014/main" id="{4AAB0B18-5571-919E-29D2-2951AB67E354}"/>
              </a:ext>
            </a:extLst>
          </p:cNvPr>
          <p:cNvSpPr/>
          <p:nvPr/>
        </p:nvSpPr>
        <p:spPr>
          <a:xfrm>
            <a:off x="594851" y="2088177"/>
            <a:ext cx="6679097" cy="20740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3" name="QuadreDeText 2">
            <a:extLst>
              <a:ext uri="{FF2B5EF4-FFF2-40B4-BE49-F238E27FC236}">
                <a16:creationId xmlns:a16="http://schemas.microsoft.com/office/drawing/2014/main" id="{BA7570EC-881E-7173-02DB-DC36F771E2CB}"/>
              </a:ext>
            </a:extLst>
          </p:cNvPr>
          <p:cNvSpPr txBox="1"/>
          <p:nvPr/>
        </p:nvSpPr>
        <p:spPr>
          <a:xfrm>
            <a:off x="2502430" y="2400831"/>
            <a:ext cx="2731636" cy="159017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14</a:t>
            </a:r>
          </a:p>
          <a:p>
            <a:pPr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15</a:t>
            </a:r>
          </a:p>
          <a:p>
            <a:pPr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16</a:t>
            </a:r>
          </a:p>
          <a:p>
            <a:pPr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18</a:t>
            </a:r>
          </a:p>
          <a:p>
            <a:pPr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20</a:t>
            </a:r>
          </a:p>
        </p:txBody>
      </p:sp>
      <p:sp>
        <p:nvSpPr>
          <p:cNvPr id="4" name="QuadreDeText 3">
            <a:extLst>
              <a:ext uri="{FF2B5EF4-FFF2-40B4-BE49-F238E27FC236}">
                <a16:creationId xmlns:a16="http://schemas.microsoft.com/office/drawing/2014/main" id="{18B15FAB-0C9A-C1D6-306B-EDAF6E1F78E2}"/>
              </a:ext>
            </a:extLst>
          </p:cNvPr>
          <p:cNvSpPr txBox="1"/>
          <p:nvPr/>
        </p:nvSpPr>
        <p:spPr>
          <a:xfrm>
            <a:off x="5316569" y="2786563"/>
            <a:ext cx="2517360" cy="15901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14</a:t>
            </a: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   </a:t>
            </a:r>
            <a:r>
              <a:rPr lang="ca-ES" b="1" dirty="0">
                <a:solidFill>
                  <a:schemeClr val="tx1"/>
                </a:solidFill>
              </a:rPr>
              <a:t>14      12    10    10    10</a:t>
            </a: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15    </a:t>
            </a:r>
            <a:r>
              <a:rPr lang="ca-ES" b="1" dirty="0">
                <a:solidFill>
                  <a:srgbClr val="FF0000"/>
                </a:solidFill>
              </a:rPr>
              <a:t>15</a:t>
            </a:r>
            <a:r>
              <a:rPr lang="ca-ES" b="1" dirty="0">
                <a:solidFill>
                  <a:schemeClr val="tx1"/>
                </a:solidFill>
              </a:rPr>
              <a:t>      14    12    10    10</a:t>
            </a: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16    </a:t>
            </a:r>
            <a:r>
              <a:rPr lang="ca-ES" b="1" dirty="0">
                <a:solidFill>
                  <a:srgbClr val="FF0000"/>
                </a:solidFill>
              </a:rPr>
              <a:t>15</a:t>
            </a:r>
            <a:r>
              <a:rPr lang="ca-ES" b="1" dirty="0">
                <a:solidFill>
                  <a:schemeClr val="tx1"/>
                </a:solidFill>
              </a:rPr>
              <a:t>      </a:t>
            </a:r>
            <a:r>
              <a:rPr lang="ca-ES" b="1" dirty="0">
                <a:solidFill>
                  <a:srgbClr val="FF0000"/>
                </a:solidFill>
              </a:rPr>
              <a:t>15</a:t>
            </a:r>
            <a:r>
              <a:rPr lang="ca-ES" b="1" dirty="0">
                <a:solidFill>
                  <a:schemeClr val="tx1"/>
                </a:solidFill>
              </a:rPr>
              <a:t>    14    12    11</a:t>
            </a: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18    </a:t>
            </a:r>
            <a:r>
              <a:rPr lang="ca-ES" b="1" dirty="0">
                <a:solidFill>
                  <a:srgbClr val="FF0000"/>
                </a:solidFill>
              </a:rPr>
              <a:t>16</a:t>
            </a:r>
            <a:r>
              <a:rPr lang="ca-ES" b="1" dirty="0">
                <a:solidFill>
                  <a:schemeClr val="tx1"/>
                </a:solidFill>
              </a:rPr>
              <a:t>      </a:t>
            </a:r>
            <a:r>
              <a:rPr lang="ca-ES" b="1" dirty="0">
                <a:solidFill>
                  <a:srgbClr val="FF0000"/>
                </a:solidFill>
              </a:rPr>
              <a:t>16</a:t>
            </a:r>
            <a:r>
              <a:rPr lang="ca-ES" b="1" dirty="0">
                <a:solidFill>
                  <a:schemeClr val="tx1"/>
                </a:solidFill>
              </a:rPr>
              <a:t>    16    14    13</a:t>
            </a: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20    </a:t>
            </a:r>
            <a:r>
              <a:rPr lang="ca-ES" b="1" dirty="0">
                <a:solidFill>
                  <a:srgbClr val="FF0000"/>
                </a:solidFill>
              </a:rPr>
              <a:t>18</a:t>
            </a:r>
            <a:r>
              <a:rPr lang="ca-ES" b="1" dirty="0">
                <a:solidFill>
                  <a:schemeClr val="tx1"/>
                </a:solidFill>
              </a:rPr>
              <a:t>      </a:t>
            </a:r>
            <a:r>
              <a:rPr lang="ca-ES" b="1" dirty="0">
                <a:solidFill>
                  <a:srgbClr val="FF0000"/>
                </a:solidFill>
              </a:rPr>
              <a:t>17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17</a:t>
            </a:r>
            <a:r>
              <a:rPr lang="ca-ES" b="1" dirty="0">
                <a:solidFill>
                  <a:schemeClr val="tx1"/>
                </a:solidFill>
              </a:rPr>
              <a:t>    16    15</a:t>
            </a:r>
          </a:p>
        </p:txBody>
      </p:sp>
    </p:spTree>
    <p:extLst>
      <p:ext uri="{BB962C8B-B14F-4D97-AF65-F5344CB8AC3E}">
        <p14:creationId xmlns:p14="http://schemas.microsoft.com/office/powerpoint/2010/main" val="2777325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F713EB20-9B20-FCF9-BEA1-28EDA6AC6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tge 11">
            <a:extLst>
              <a:ext uri="{FF2B5EF4-FFF2-40B4-BE49-F238E27FC236}">
                <a16:creationId xmlns:a16="http://schemas.microsoft.com/office/drawing/2014/main" id="{207B90A1-A107-E392-CB77-E791EC4AE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9930"/>
            <a:ext cx="9144000" cy="3347087"/>
          </a:xfrm>
          <a:prstGeom prst="rect">
            <a:avLst/>
          </a:prstGeom>
        </p:spPr>
      </p:pic>
      <p:cxnSp>
        <p:nvCxnSpPr>
          <p:cNvPr id="8" name="Connector recte 7">
            <a:extLst>
              <a:ext uri="{FF2B5EF4-FFF2-40B4-BE49-F238E27FC236}">
                <a16:creationId xmlns:a16="http://schemas.microsoft.com/office/drawing/2014/main" id="{3011B132-4866-B4CC-6C31-B29A8791881D}"/>
              </a:ext>
            </a:extLst>
          </p:cNvPr>
          <p:cNvCxnSpPr>
            <a:cxnSpLocks/>
          </p:cNvCxnSpPr>
          <p:nvPr/>
        </p:nvCxnSpPr>
        <p:spPr>
          <a:xfrm flipH="1" flipV="1">
            <a:off x="4094315" y="1334670"/>
            <a:ext cx="3607269" cy="2962347"/>
          </a:xfrm>
          <a:prstGeom prst="line">
            <a:avLst/>
          </a:prstGeom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038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84050487-4E62-F2FE-F6CC-52872AE06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tge 4">
            <a:extLst>
              <a:ext uri="{FF2B5EF4-FFF2-40B4-BE49-F238E27FC236}">
                <a16:creationId xmlns:a16="http://schemas.microsoft.com/office/drawing/2014/main" id="{DA3402B7-005B-04CA-23A2-6A7B0D2A38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" t="25578" r="30023" b="37903"/>
          <a:stretch>
            <a:fillRect/>
          </a:stretch>
        </p:blipFill>
        <p:spPr>
          <a:xfrm>
            <a:off x="36192" y="456549"/>
            <a:ext cx="11043362" cy="3359105"/>
          </a:xfrm>
          <a:prstGeom prst="rect">
            <a:avLst/>
          </a:prstGeom>
        </p:spPr>
      </p:pic>
      <p:cxnSp>
        <p:nvCxnSpPr>
          <p:cNvPr id="8" name="Connector recte 7">
            <a:extLst>
              <a:ext uri="{FF2B5EF4-FFF2-40B4-BE49-F238E27FC236}">
                <a16:creationId xmlns:a16="http://schemas.microsoft.com/office/drawing/2014/main" id="{A71E7D79-F24B-B8AB-CD65-7501339A0C9D}"/>
              </a:ext>
            </a:extLst>
          </p:cNvPr>
          <p:cNvCxnSpPr>
            <a:cxnSpLocks/>
          </p:cNvCxnSpPr>
          <p:nvPr/>
        </p:nvCxnSpPr>
        <p:spPr>
          <a:xfrm flipH="1" flipV="1">
            <a:off x="7383257" y="546742"/>
            <a:ext cx="3607269" cy="2962347"/>
          </a:xfrm>
          <a:prstGeom prst="line">
            <a:avLst/>
          </a:prstGeom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cantonades arrodonides 8">
            <a:extLst>
              <a:ext uri="{FF2B5EF4-FFF2-40B4-BE49-F238E27FC236}">
                <a16:creationId xmlns:a16="http://schemas.microsoft.com/office/drawing/2014/main" id="{A2BAE0BF-EDE7-7CAE-9021-DB5D8CBC4FA4}"/>
              </a:ext>
            </a:extLst>
          </p:cNvPr>
          <p:cNvSpPr/>
          <p:nvPr/>
        </p:nvSpPr>
        <p:spPr>
          <a:xfrm>
            <a:off x="5006491" y="448891"/>
            <a:ext cx="2267458" cy="1790541"/>
          </a:xfrm>
          <a:prstGeom prst="roundRect">
            <a:avLst/>
          </a:prstGeom>
          <a:noFill/>
          <a:ln w="63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4" name="QuadreDeText 3">
            <a:extLst>
              <a:ext uri="{FF2B5EF4-FFF2-40B4-BE49-F238E27FC236}">
                <a16:creationId xmlns:a16="http://schemas.microsoft.com/office/drawing/2014/main" id="{998E4234-3E84-36EB-9EE5-2017D8D4B3BB}"/>
              </a:ext>
            </a:extLst>
          </p:cNvPr>
          <p:cNvSpPr txBox="1"/>
          <p:nvPr/>
        </p:nvSpPr>
        <p:spPr>
          <a:xfrm>
            <a:off x="2545869" y="499799"/>
            <a:ext cx="2517360" cy="15901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14</a:t>
            </a: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   </a:t>
            </a:r>
            <a:r>
              <a:rPr lang="ca-ES" b="1" dirty="0">
                <a:solidFill>
                  <a:schemeClr val="tx1"/>
                </a:solidFill>
              </a:rPr>
              <a:t>14      12    10    10    10</a:t>
            </a: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15    </a:t>
            </a:r>
            <a:r>
              <a:rPr lang="ca-ES" b="1" dirty="0">
                <a:solidFill>
                  <a:srgbClr val="FF0000"/>
                </a:solidFill>
              </a:rPr>
              <a:t>15</a:t>
            </a:r>
            <a:r>
              <a:rPr lang="ca-ES" b="1" dirty="0">
                <a:solidFill>
                  <a:schemeClr val="tx1"/>
                </a:solidFill>
              </a:rPr>
              <a:t>      14    12    10    10</a:t>
            </a: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16    </a:t>
            </a:r>
            <a:r>
              <a:rPr lang="ca-ES" b="1" dirty="0">
                <a:solidFill>
                  <a:srgbClr val="FF0000"/>
                </a:solidFill>
              </a:rPr>
              <a:t>15</a:t>
            </a:r>
            <a:r>
              <a:rPr lang="ca-ES" b="1" dirty="0">
                <a:solidFill>
                  <a:schemeClr val="tx1"/>
                </a:solidFill>
              </a:rPr>
              <a:t>      </a:t>
            </a:r>
            <a:r>
              <a:rPr lang="ca-ES" b="1" dirty="0">
                <a:solidFill>
                  <a:srgbClr val="FF0000"/>
                </a:solidFill>
              </a:rPr>
              <a:t>15</a:t>
            </a:r>
            <a:r>
              <a:rPr lang="ca-ES" b="1" dirty="0">
                <a:solidFill>
                  <a:schemeClr val="tx1"/>
                </a:solidFill>
              </a:rPr>
              <a:t>    14    12    11</a:t>
            </a: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18    </a:t>
            </a:r>
            <a:r>
              <a:rPr lang="ca-ES" b="1" dirty="0">
                <a:solidFill>
                  <a:srgbClr val="FF0000"/>
                </a:solidFill>
              </a:rPr>
              <a:t>16</a:t>
            </a:r>
            <a:r>
              <a:rPr lang="ca-ES" b="1" dirty="0">
                <a:solidFill>
                  <a:schemeClr val="tx1"/>
                </a:solidFill>
              </a:rPr>
              <a:t>      </a:t>
            </a:r>
            <a:r>
              <a:rPr lang="ca-ES" b="1" dirty="0">
                <a:solidFill>
                  <a:srgbClr val="FF0000"/>
                </a:solidFill>
              </a:rPr>
              <a:t>16</a:t>
            </a:r>
            <a:r>
              <a:rPr lang="ca-ES" b="1" dirty="0">
                <a:solidFill>
                  <a:schemeClr val="tx1"/>
                </a:solidFill>
              </a:rPr>
              <a:t>    16    14    13</a:t>
            </a: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20    </a:t>
            </a:r>
            <a:r>
              <a:rPr lang="ca-ES" b="1" dirty="0">
                <a:solidFill>
                  <a:srgbClr val="FF0000"/>
                </a:solidFill>
              </a:rPr>
              <a:t>18</a:t>
            </a:r>
            <a:r>
              <a:rPr lang="ca-ES" b="1" dirty="0">
                <a:solidFill>
                  <a:schemeClr val="tx1"/>
                </a:solidFill>
              </a:rPr>
              <a:t>      </a:t>
            </a:r>
            <a:r>
              <a:rPr lang="ca-ES" b="1" dirty="0">
                <a:solidFill>
                  <a:srgbClr val="FF0000"/>
                </a:solidFill>
              </a:rPr>
              <a:t>17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17</a:t>
            </a:r>
            <a:r>
              <a:rPr lang="ca-ES" b="1" dirty="0">
                <a:solidFill>
                  <a:schemeClr val="tx1"/>
                </a:solidFill>
              </a:rPr>
              <a:t>    16    15</a:t>
            </a:r>
          </a:p>
        </p:txBody>
      </p:sp>
      <p:sp>
        <p:nvSpPr>
          <p:cNvPr id="2" name="QuadreDeText 1">
            <a:extLst>
              <a:ext uri="{FF2B5EF4-FFF2-40B4-BE49-F238E27FC236}">
                <a16:creationId xmlns:a16="http://schemas.microsoft.com/office/drawing/2014/main" id="{0044BCEF-C2BC-AAE2-7885-511F6A7C9309}"/>
              </a:ext>
            </a:extLst>
          </p:cNvPr>
          <p:cNvSpPr txBox="1"/>
          <p:nvPr/>
        </p:nvSpPr>
        <p:spPr>
          <a:xfrm>
            <a:off x="5113751" y="486375"/>
            <a:ext cx="2087662" cy="159017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1000"/>
              </a:spcBef>
            </a:pP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1000"/>
              </a:spcBef>
            </a:pP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1000"/>
              </a:spcBef>
            </a:pP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1000"/>
              </a:spcBef>
            </a:pP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1000"/>
              </a:spcBef>
            </a:pP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QuadreDeText 5">
            <a:extLst>
              <a:ext uri="{FF2B5EF4-FFF2-40B4-BE49-F238E27FC236}">
                <a16:creationId xmlns:a16="http://schemas.microsoft.com/office/drawing/2014/main" id="{15BEB6F0-0958-A5FE-3007-95D5E3ECFE61}"/>
              </a:ext>
            </a:extLst>
          </p:cNvPr>
          <p:cNvSpPr txBox="1"/>
          <p:nvPr/>
        </p:nvSpPr>
        <p:spPr>
          <a:xfrm>
            <a:off x="7273949" y="499799"/>
            <a:ext cx="2087662" cy="159017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1000"/>
              </a:spcBef>
            </a:pP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1000"/>
              </a:spcBef>
            </a:pP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1000"/>
              </a:spcBef>
            </a:pP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1000"/>
              </a:spcBef>
            </a:pP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1000"/>
              </a:spcBef>
            </a:pP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: cantonades arrodonides 6">
            <a:extLst>
              <a:ext uri="{FF2B5EF4-FFF2-40B4-BE49-F238E27FC236}">
                <a16:creationId xmlns:a16="http://schemas.microsoft.com/office/drawing/2014/main" id="{639237AA-98FF-6947-AEA9-EC8C64DCE208}"/>
              </a:ext>
            </a:extLst>
          </p:cNvPr>
          <p:cNvSpPr/>
          <p:nvPr/>
        </p:nvSpPr>
        <p:spPr>
          <a:xfrm>
            <a:off x="9412133" y="1901035"/>
            <a:ext cx="1705423" cy="2537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pic>
        <p:nvPicPr>
          <p:cNvPr id="11" name="Imatge 10">
            <a:extLst>
              <a:ext uri="{FF2B5EF4-FFF2-40B4-BE49-F238E27FC236}">
                <a16:creationId xmlns:a16="http://schemas.microsoft.com/office/drawing/2014/main" id="{C3525222-374C-F90E-F8C9-154CB52954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5216"/>
          <a:stretch>
            <a:fillRect/>
          </a:stretch>
        </p:blipFill>
        <p:spPr>
          <a:xfrm>
            <a:off x="74194" y="193951"/>
            <a:ext cx="10967358" cy="192266"/>
          </a:xfrm>
          <a:prstGeom prst="rect">
            <a:avLst/>
          </a:prstGeom>
        </p:spPr>
      </p:pic>
      <p:sp>
        <p:nvSpPr>
          <p:cNvPr id="13" name="QuadreDeText 12">
            <a:extLst>
              <a:ext uri="{FF2B5EF4-FFF2-40B4-BE49-F238E27FC236}">
                <a16:creationId xmlns:a16="http://schemas.microsoft.com/office/drawing/2014/main" id="{2534D34A-5BC8-3F52-A0A3-DED6983F5ED0}"/>
              </a:ext>
            </a:extLst>
          </p:cNvPr>
          <p:cNvSpPr txBox="1"/>
          <p:nvPr/>
        </p:nvSpPr>
        <p:spPr>
          <a:xfrm>
            <a:off x="6844251" y="2201949"/>
            <a:ext cx="2517360" cy="15901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12</a:t>
            </a: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   </a:t>
            </a:r>
            <a:r>
              <a:rPr lang="ca-ES" b="1" dirty="0">
                <a:solidFill>
                  <a:schemeClr val="tx1"/>
                </a:solidFill>
              </a:rPr>
              <a:t>11     11    11     11    11</a:t>
            </a: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12    </a:t>
            </a:r>
            <a:r>
              <a:rPr lang="ca-ES" b="1" dirty="0">
                <a:solidFill>
                  <a:srgbClr val="FF0000"/>
                </a:solidFill>
              </a:rPr>
              <a:t>12</a:t>
            </a:r>
            <a:r>
              <a:rPr lang="ca-ES" b="1" dirty="0">
                <a:solidFill>
                  <a:schemeClr val="tx1"/>
                </a:solidFill>
              </a:rPr>
              <a:t>     11    11    11    11</a:t>
            </a: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12    </a:t>
            </a:r>
            <a:r>
              <a:rPr lang="ca-ES" b="1" dirty="0">
                <a:solidFill>
                  <a:srgbClr val="FF0000"/>
                </a:solidFill>
              </a:rPr>
              <a:t>12</a:t>
            </a:r>
            <a:r>
              <a:rPr lang="ca-ES" b="1" dirty="0">
                <a:solidFill>
                  <a:schemeClr val="tx1"/>
                </a:solidFill>
              </a:rPr>
              <a:t>     </a:t>
            </a:r>
            <a:r>
              <a:rPr lang="ca-ES" b="1" dirty="0">
                <a:solidFill>
                  <a:srgbClr val="FF0000"/>
                </a:solidFill>
              </a:rPr>
              <a:t>12</a:t>
            </a:r>
            <a:r>
              <a:rPr lang="ca-ES" b="1" dirty="0">
                <a:solidFill>
                  <a:schemeClr val="tx1"/>
                </a:solidFill>
              </a:rPr>
              <a:t>    11    11    11</a:t>
            </a: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13    </a:t>
            </a:r>
            <a:r>
              <a:rPr lang="ca-ES" b="1" dirty="0">
                <a:solidFill>
                  <a:srgbClr val="FF0000"/>
                </a:solidFill>
              </a:rPr>
              <a:t>13</a:t>
            </a:r>
            <a:r>
              <a:rPr lang="ca-ES" b="1" dirty="0">
                <a:solidFill>
                  <a:schemeClr val="tx1"/>
                </a:solidFill>
              </a:rPr>
              <a:t>     </a:t>
            </a:r>
            <a:r>
              <a:rPr lang="ca-ES" b="1" dirty="0">
                <a:solidFill>
                  <a:srgbClr val="FF0000"/>
                </a:solidFill>
              </a:rPr>
              <a:t>13</a:t>
            </a:r>
            <a:r>
              <a:rPr lang="ca-ES" b="1" dirty="0">
                <a:solidFill>
                  <a:schemeClr val="tx1"/>
                </a:solidFill>
              </a:rPr>
              <a:t>    13    11    11</a:t>
            </a: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15    </a:t>
            </a: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 </a:t>
            </a: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13    12</a:t>
            </a:r>
          </a:p>
        </p:txBody>
      </p:sp>
    </p:spTree>
    <p:extLst>
      <p:ext uri="{BB962C8B-B14F-4D97-AF65-F5344CB8AC3E}">
        <p14:creationId xmlns:p14="http://schemas.microsoft.com/office/powerpoint/2010/main" val="3836797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F5644B42-5229-EC1E-BA97-5DA790491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tge 4">
            <a:extLst>
              <a:ext uri="{FF2B5EF4-FFF2-40B4-BE49-F238E27FC236}">
                <a16:creationId xmlns:a16="http://schemas.microsoft.com/office/drawing/2014/main" id="{80381C1C-C781-9085-1110-71D3D346D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66" y="-26355"/>
            <a:ext cx="8831068" cy="5143500"/>
          </a:xfrm>
          <a:prstGeom prst="rect">
            <a:avLst/>
          </a:prstGeom>
        </p:spPr>
      </p:pic>
      <p:sp>
        <p:nvSpPr>
          <p:cNvPr id="6" name="Rectangle: cantonades arrodonides 5">
            <a:extLst>
              <a:ext uri="{FF2B5EF4-FFF2-40B4-BE49-F238E27FC236}">
                <a16:creationId xmlns:a16="http://schemas.microsoft.com/office/drawing/2014/main" id="{9EFE2DC7-1337-3EE1-5664-99C325219296}"/>
              </a:ext>
            </a:extLst>
          </p:cNvPr>
          <p:cNvSpPr/>
          <p:nvPr/>
        </p:nvSpPr>
        <p:spPr>
          <a:xfrm>
            <a:off x="586056" y="330009"/>
            <a:ext cx="1208367" cy="963673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7" name="Rectangle: cantonades arrodonides 6">
            <a:extLst>
              <a:ext uri="{FF2B5EF4-FFF2-40B4-BE49-F238E27FC236}">
                <a16:creationId xmlns:a16="http://schemas.microsoft.com/office/drawing/2014/main" id="{326C8C4A-FDD5-1214-FD26-E775FE463A1F}"/>
              </a:ext>
            </a:extLst>
          </p:cNvPr>
          <p:cNvSpPr/>
          <p:nvPr/>
        </p:nvSpPr>
        <p:spPr>
          <a:xfrm>
            <a:off x="1850463" y="929296"/>
            <a:ext cx="1148156" cy="364386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0" name="Rectangle: cantonades arrodonides 9">
            <a:extLst>
              <a:ext uri="{FF2B5EF4-FFF2-40B4-BE49-F238E27FC236}">
                <a16:creationId xmlns:a16="http://schemas.microsoft.com/office/drawing/2014/main" id="{7B8F90FC-8607-789D-211C-FC5CD68D2A15}"/>
              </a:ext>
            </a:extLst>
          </p:cNvPr>
          <p:cNvSpPr/>
          <p:nvPr/>
        </p:nvSpPr>
        <p:spPr>
          <a:xfrm>
            <a:off x="4231782" y="2055681"/>
            <a:ext cx="1082737" cy="191121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1" name="Rectangle: cantonades arrodonides 10">
            <a:extLst>
              <a:ext uri="{FF2B5EF4-FFF2-40B4-BE49-F238E27FC236}">
                <a16:creationId xmlns:a16="http://schemas.microsoft.com/office/drawing/2014/main" id="{40D2752B-2573-23B0-2AF8-23C036AE0731}"/>
              </a:ext>
            </a:extLst>
          </p:cNvPr>
          <p:cNvSpPr/>
          <p:nvPr/>
        </p:nvSpPr>
        <p:spPr>
          <a:xfrm>
            <a:off x="3002791" y="1684421"/>
            <a:ext cx="1148156" cy="562381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3" name="Triangle rectangle 12">
            <a:extLst>
              <a:ext uri="{FF2B5EF4-FFF2-40B4-BE49-F238E27FC236}">
                <a16:creationId xmlns:a16="http://schemas.microsoft.com/office/drawing/2014/main" id="{8038405B-E596-5B9C-F857-4D9AB7A8C22A}"/>
              </a:ext>
            </a:extLst>
          </p:cNvPr>
          <p:cNvSpPr/>
          <p:nvPr/>
        </p:nvSpPr>
        <p:spPr>
          <a:xfrm>
            <a:off x="4166364" y="254381"/>
            <a:ext cx="1148156" cy="983153"/>
          </a:xfrm>
          <a:prstGeom prst="rtTriangle">
            <a:avLst/>
          </a:prstGeom>
          <a:solidFill>
            <a:srgbClr val="D9E7FD">
              <a:alpha val="10196"/>
            </a:srgbClr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" name="Triangle rectangle 1">
            <a:extLst>
              <a:ext uri="{FF2B5EF4-FFF2-40B4-BE49-F238E27FC236}">
                <a16:creationId xmlns:a16="http://schemas.microsoft.com/office/drawing/2014/main" id="{49B0EA80-F975-494C-91C4-D34FF355100A}"/>
              </a:ext>
            </a:extLst>
          </p:cNvPr>
          <p:cNvSpPr/>
          <p:nvPr/>
        </p:nvSpPr>
        <p:spPr>
          <a:xfrm>
            <a:off x="5400772" y="1242658"/>
            <a:ext cx="1148156" cy="983153"/>
          </a:xfrm>
          <a:prstGeom prst="rtTriangle">
            <a:avLst/>
          </a:prstGeom>
          <a:solidFill>
            <a:srgbClr val="D9E7FD">
              <a:alpha val="10196"/>
            </a:srgbClr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6" name="Rectangle: cantonades arrodonides 15">
            <a:extLst>
              <a:ext uri="{FF2B5EF4-FFF2-40B4-BE49-F238E27FC236}">
                <a16:creationId xmlns:a16="http://schemas.microsoft.com/office/drawing/2014/main" id="{2A06A825-281F-3DF7-BB89-A613B278C2EE}"/>
              </a:ext>
            </a:extLst>
          </p:cNvPr>
          <p:cNvSpPr/>
          <p:nvPr/>
        </p:nvSpPr>
        <p:spPr>
          <a:xfrm>
            <a:off x="5393062" y="2246989"/>
            <a:ext cx="1148156" cy="912323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pic>
        <p:nvPicPr>
          <p:cNvPr id="19" name="Imatge 18">
            <a:extLst>
              <a:ext uri="{FF2B5EF4-FFF2-40B4-BE49-F238E27FC236}">
                <a16:creationId xmlns:a16="http://schemas.microsoft.com/office/drawing/2014/main" id="{3EB6076D-BBD2-8B1E-B5A0-57EE476AE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633" y="2242456"/>
            <a:ext cx="1148157" cy="960154"/>
          </a:xfrm>
          <a:prstGeom prst="rect">
            <a:avLst/>
          </a:prstGeom>
        </p:spPr>
      </p:pic>
      <p:sp>
        <p:nvSpPr>
          <p:cNvPr id="15" name="Rectangle: cantonades arrodonides 14">
            <a:extLst>
              <a:ext uri="{FF2B5EF4-FFF2-40B4-BE49-F238E27FC236}">
                <a16:creationId xmlns:a16="http://schemas.microsoft.com/office/drawing/2014/main" id="{F823938B-B7BC-A5DB-6161-22CB9D5A8D1F}"/>
              </a:ext>
            </a:extLst>
          </p:cNvPr>
          <p:cNvSpPr/>
          <p:nvPr/>
        </p:nvSpPr>
        <p:spPr>
          <a:xfrm flipV="1">
            <a:off x="4166361" y="2984699"/>
            <a:ext cx="729187" cy="160500"/>
          </a:xfrm>
          <a:prstGeom prst="roundRect">
            <a:avLst/>
          </a:prstGeom>
          <a:solidFill>
            <a:srgbClr val="FFEE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pic>
        <p:nvPicPr>
          <p:cNvPr id="24" name="Imatge 23">
            <a:extLst>
              <a:ext uri="{FF2B5EF4-FFF2-40B4-BE49-F238E27FC236}">
                <a16:creationId xmlns:a16="http://schemas.microsoft.com/office/drawing/2014/main" id="{7A362D77-3F87-E14A-ED47-5591FFBC9C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981" y="1300532"/>
            <a:ext cx="1148157" cy="960155"/>
          </a:xfrm>
          <a:prstGeom prst="rect">
            <a:avLst/>
          </a:prstGeom>
        </p:spPr>
      </p:pic>
      <p:sp>
        <p:nvSpPr>
          <p:cNvPr id="3" name="Rectangle: cantonades arrodonides 2">
            <a:extLst>
              <a:ext uri="{FF2B5EF4-FFF2-40B4-BE49-F238E27FC236}">
                <a16:creationId xmlns:a16="http://schemas.microsoft.com/office/drawing/2014/main" id="{9872A481-4043-22F4-0789-AE12B26E175B}"/>
              </a:ext>
            </a:extLst>
          </p:cNvPr>
          <p:cNvSpPr/>
          <p:nvPr/>
        </p:nvSpPr>
        <p:spPr>
          <a:xfrm flipV="1">
            <a:off x="1794423" y="2081956"/>
            <a:ext cx="729187" cy="160500"/>
          </a:xfrm>
          <a:prstGeom prst="roundRect">
            <a:avLst/>
          </a:prstGeom>
          <a:solidFill>
            <a:srgbClr val="FFEE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25" name="Triangle rectangle 24">
            <a:extLst>
              <a:ext uri="{FF2B5EF4-FFF2-40B4-BE49-F238E27FC236}">
                <a16:creationId xmlns:a16="http://schemas.microsoft.com/office/drawing/2014/main" id="{E2B5D0C0-3107-FE68-270A-D67FEF5DE21C}"/>
              </a:ext>
            </a:extLst>
          </p:cNvPr>
          <p:cNvSpPr/>
          <p:nvPr/>
        </p:nvSpPr>
        <p:spPr>
          <a:xfrm>
            <a:off x="2901646" y="228267"/>
            <a:ext cx="1148156" cy="983153"/>
          </a:xfrm>
          <a:prstGeom prst="rtTriangle">
            <a:avLst/>
          </a:prstGeom>
          <a:solidFill>
            <a:srgbClr val="D9E7FD">
              <a:alpha val="10196"/>
            </a:srgbClr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pic>
        <p:nvPicPr>
          <p:cNvPr id="28" name="Imatge 27">
            <a:extLst>
              <a:ext uri="{FF2B5EF4-FFF2-40B4-BE49-F238E27FC236}">
                <a16:creationId xmlns:a16="http://schemas.microsoft.com/office/drawing/2014/main" id="{5D614B39-9062-968A-8746-E3B0B5950C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5093" y="3187365"/>
            <a:ext cx="1148156" cy="989075"/>
          </a:xfrm>
          <a:prstGeom prst="rect">
            <a:avLst/>
          </a:prstGeom>
        </p:spPr>
      </p:pic>
      <p:pic>
        <p:nvPicPr>
          <p:cNvPr id="30" name="Imatge 29">
            <a:extLst>
              <a:ext uri="{FF2B5EF4-FFF2-40B4-BE49-F238E27FC236}">
                <a16:creationId xmlns:a16="http://schemas.microsoft.com/office/drawing/2014/main" id="{2CB84619-F1CD-7512-F9D9-1A1864687E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8891" y="3187858"/>
            <a:ext cx="224072" cy="942423"/>
          </a:xfrm>
          <a:prstGeom prst="rect">
            <a:avLst/>
          </a:prstGeom>
        </p:spPr>
      </p:pic>
      <p:pic>
        <p:nvPicPr>
          <p:cNvPr id="34" name="Imatge 33">
            <a:extLst>
              <a:ext uri="{FF2B5EF4-FFF2-40B4-BE49-F238E27FC236}">
                <a16:creationId xmlns:a16="http://schemas.microsoft.com/office/drawing/2014/main" id="{D5819821-E9F0-B0DD-4B58-A338111FF1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3558" y="2973571"/>
            <a:ext cx="1244366" cy="266650"/>
          </a:xfrm>
          <a:prstGeom prst="rect">
            <a:avLst/>
          </a:prstGeom>
        </p:spPr>
      </p:pic>
      <p:sp>
        <p:nvSpPr>
          <p:cNvPr id="35" name="Rectangle: cantonades arrodonides 34">
            <a:extLst>
              <a:ext uri="{FF2B5EF4-FFF2-40B4-BE49-F238E27FC236}">
                <a16:creationId xmlns:a16="http://schemas.microsoft.com/office/drawing/2014/main" id="{159127A9-8316-6550-B27B-366129860F03}"/>
              </a:ext>
            </a:extLst>
          </p:cNvPr>
          <p:cNvSpPr/>
          <p:nvPr/>
        </p:nvSpPr>
        <p:spPr>
          <a:xfrm flipV="1">
            <a:off x="7282693" y="3009356"/>
            <a:ext cx="399022" cy="149956"/>
          </a:xfrm>
          <a:prstGeom prst="roundRect">
            <a:avLst/>
          </a:prstGeom>
          <a:solidFill>
            <a:srgbClr val="FFEE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pic>
        <p:nvPicPr>
          <p:cNvPr id="38" name="Imatge 37">
            <a:extLst>
              <a:ext uri="{FF2B5EF4-FFF2-40B4-BE49-F238E27FC236}">
                <a16:creationId xmlns:a16="http://schemas.microsoft.com/office/drawing/2014/main" id="{03AE9271-5205-5381-F40B-FE28EC392E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9250" y="3159312"/>
            <a:ext cx="1184923" cy="1024317"/>
          </a:xfrm>
          <a:prstGeom prst="rect">
            <a:avLst/>
          </a:prstGeom>
        </p:spPr>
      </p:pic>
      <p:pic>
        <p:nvPicPr>
          <p:cNvPr id="40" name="Imatge 39">
            <a:extLst>
              <a:ext uri="{FF2B5EF4-FFF2-40B4-BE49-F238E27FC236}">
                <a16:creationId xmlns:a16="http://schemas.microsoft.com/office/drawing/2014/main" id="{D96D9FD1-7D4C-0F97-2CBA-32C5010084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1036" y="3935653"/>
            <a:ext cx="1267607" cy="271630"/>
          </a:xfrm>
          <a:prstGeom prst="rect">
            <a:avLst/>
          </a:prstGeom>
        </p:spPr>
      </p:pic>
      <p:sp>
        <p:nvSpPr>
          <p:cNvPr id="41" name="Rectangle: cantonades arrodonides 40">
            <a:extLst>
              <a:ext uri="{FF2B5EF4-FFF2-40B4-BE49-F238E27FC236}">
                <a16:creationId xmlns:a16="http://schemas.microsoft.com/office/drawing/2014/main" id="{E0873E1A-6BE7-762C-7926-CA303E4D8560}"/>
              </a:ext>
            </a:extLst>
          </p:cNvPr>
          <p:cNvSpPr/>
          <p:nvPr/>
        </p:nvSpPr>
        <p:spPr>
          <a:xfrm flipV="1">
            <a:off x="8286327" y="3970028"/>
            <a:ext cx="614289" cy="168384"/>
          </a:xfrm>
          <a:prstGeom prst="roundRect">
            <a:avLst/>
          </a:prstGeom>
          <a:solidFill>
            <a:srgbClr val="FFEE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42" name="Rectangle: cantonades arrodonides 41">
            <a:extLst>
              <a:ext uri="{FF2B5EF4-FFF2-40B4-BE49-F238E27FC236}">
                <a16:creationId xmlns:a16="http://schemas.microsoft.com/office/drawing/2014/main" id="{FA456FAA-C6EF-E0B5-A91F-6AB0AC0FE0DD}"/>
              </a:ext>
            </a:extLst>
          </p:cNvPr>
          <p:cNvSpPr/>
          <p:nvPr/>
        </p:nvSpPr>
        <p:spPr>
          <a:xfrm flipV="1">
            <a:off x="5387112" y="3949403"/>
            <a:ext cx="644542" cy="194628"/>
          </a:xfrm>
          <a:prstGeom prst="roundRect">
            <a:avLst/>
          </a:prstGeom>
          <a:solidFill>
            <a:srgbClr val="FFEE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pic>
        <p:nvPicPr>
          <p:cNvPr id="44" name="Imatge 43">
            <a:extLst>
              <a:ext uri="{FF2B5EF4-FFF2-40B4-BE49-F238E27FC236}">
                <a16:creationId xmlns:a16="http://schemas.microsoft.com/office/drawing/2014/main" id="{84479FB0-1215-08DB-EA9F-76C7381B4A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6851" y="4130823"/>
            <a:ext cx="237322" cy="998149"/>
          </a:xfrm>
          <a:prstGeom prst="rect">
            <a:avLst/>
          </a:prstGeom>
        </p:spPr>
      </p:pic>
      <p:pic>
        <p:nvPicPr>
          <p:cNvPr id="46" name="Imatge 45">
            <a:extLst>
              <a:ext uri="{FF2B5EF4-FFF2-40B4-BE49-F238E27FC236}">
                <a16:creationId xmlns:a16="http://schemas.microsoft.com/office/drawing/2014/main" id="{B171C21E-08E7-BAAF-9108-6A9FA2ACDD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0573" y="4121429"/>
            <a:ext cx="1174694" cy="1015474"/>
          </a:xfrm>
          <a:prstGeom prst="rect">
            <a:avLst/>
          </a:prstGeom>
        </p:spPr>
      </p:pic>
      <p:cxnSp>
        <p:nvCxnSpPr>
          <p:cNvPr id="8" name="Connector recte 7">
            <a:extLst>
              <a:ext uri="{FF2B5EF4-FFF2-40B4-BE49-F238E27FC236}">
                <a16:creationId xmlns:a16="http://schemas.microsoft.com/office/drawing/2014/main" id="{8CA8F2D8-50FC-20C2-01F4-5232E0BBEAEC}"/>
              </a:ext>
            </a:extLst>
          </p:cNvPr>
          <p:cNvCxnSpPr/>
          <p:nvPr/>
        </p:nvCxnSpPr>
        <p:spPr>
          <a:xfrm flipH="1" flipV="1">
            <a:off x="2908204" y="254382"/>
            <a:ext cx="5912661" cy="4750755"/>
          </a:xfrm>
          <a:prstGeom prst="line">
            <a:avLst/>
          </a:prstGeom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rida: línia corbada 46">
            <a:extLst>
              <a:ext uri="{FF2B5EF4-FFF2-40B4-BE49-F238E27FC236}">
                <a16:creationId xmlns:a16="http://schemas.microsoft.com/office/drawing/2014/main" id="{F38700C0-0181-0DE4-8771-CCEF18DB467F}"/>
              </a:ext>
            </a:extLst>
          </p:cNvPr>
          <p:cNvSpPr/>
          <p:nvPr/>
        </p:nvSpPr>
        <p:spPr>
          <a:xfrm>
            <a:off x="3320716" y="3508225"/>
            <a:ext cx="1427639" cy="749742"/>
          </a:xfrm>
          <a:prstGeom prst="borderCallout2">
            <a:avLst>
              <a:gd name="adj1" fmla="val 111958"/>
              <a:gd name="adj2" fmla="val 82788"/>
              <a:gd name="adj3" fmla="val 155992"/>
              <a:gd name="adj4" fmla="val 145569"/>
              <a:gd name="adj5" fmla="val 194467"/>
              <a:gd name="adj6" fmla="val 378934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rgbClr val="002060"/>
                </a:solidFill>
              </a:rPr>
              <a:t>14 is assured minimum cost, </a:t>
            </a:r>
            <a:br>
              <a:rPr lang="en-US" noProof="0" dirty="0">
                <a:solidFill>
                  <a:srgbClr val="002060"/>
                </a:solidFill>
              </a:rPr>
            </a:br>
            <a:r>
              <a:rPr lang="en-US" noProof="0" dirty="0">
                <a:solidFill>
                  <a:srgbClr val="002060"/>
                </a:solidFill>
              </a:rPr>
              <a:t>but maybe 15</a:t>
            </a:r>
          </a:p>
        </p:txBody>
      </p:sp>
    </p:spTree>
    <p:extLst>
      <p:ext uri="{BB962C8B-B14F-4D97-AF65-F5344CB8AC3E}">
        <p14:creationId xmlns:p14="http://schemas.microsoft.com/office/powerpoint/2010/main" val="3720410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10ED4420-52EB-AAB8-7987-5B47CA6E0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tge 4">
            <a:extLst>
              <a:ext uri="{FF2B5EF4-FFF2-40B4-BE49-F238E27FC236}">
                <a16:creationId xmlns:a16="http://schemas.microsoft.com/office/drawing/2014/main" id="{7B959280-B2CF-66C6-F5CE-3F8024197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66" y="-26355"/>
            <a:ext cx="8831068" cy="5143500"/>
          </a:xfrm>
          <a:prstGeom prst="rect">
            <a:avLst/>
          </a:prstGeom>
        </p:spPr>
      </p:pic>
      <p:sp>
        <p:nvSpPr>
          <p:cNvPr id="6" name="Rectangle: cantonades arrodonides 5">
            <a:extLst>
              <a:ext uri="{FF2B5EF4-FFF2-40B4-BE49-F238E27FC236}">
                <a16:creationId xmlns:a16="http://schemas.microsoft.com/office/drawing/2014/main" id="{28BD3A5C-A020-2737-DA5A-E0AC776F87A8}"/>
              </a:ext>
            </a:extLst>
          </p:cNvPr>
          <p:cNvSpPr/>
          <p:nvPr/>
        </p:nvSpPr>
        <p:spPr>
          <a:xfrm>
            <a:off x="586056" y="330009"/>
            <a:ext cx="1208367" cy="970523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7" name="Rectangle: cantonades arrodonides 6">
            <a:extLst>
              <a:ext uri="{FF2B5EF4-FFF2-40B4-BE49-F238E27FC236}">
                <a16:creationId xmlns:a16="http://schemas.microsoft.com/office/drawing/2014/main" id="{9AF9ED24-8E0C-C3EA-9724-BAF77D0EAFE4}"/>
              </a:ext>
            </a:extLst>
          </p:cNvPr>
          <p:cNvSpPr/>
          <p:nvPr/>
        </p:nvSpPr>
        <p:spPr>
          <a:xfrm>
            <a:off x="1850463" y="929296"/>
            <a:ext cx="1148156" cy="364386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0" name="Rectangle: cantonades arrodonides 9">
            <a:extLst>
              <a:ext uri="{FF2B5EF4-FFF2-40B4-BE49-F238E27FC236}">
                <a16:creationId xmlns:a16="http://schemas.microsoft.com/office/drawing/2014/main" id="{C619B04D-0E61-AB55-2988-515407AE5D3E}"/>
              </a:ext>
            </a:extLst>
          </p:cNvPr>
          <p:cNvSpPr/>
          <p:nvPr/>
        </p:nvSpPr>
        <p:spPr>
          <a:xfrm>
            <a:off x="4231782" y="2055681"/>
            <a:ext cx="1082737" cy="191121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1" name="Rectangle: cantonades arrodonides 10">
            <a:extLst>
              <a:ext uri="{FF2B5EF4-FFF2-40B4-BE49-F238E27FC236}">
                <a16:creationId xmlns:a16="http://schemas.microsoft.com/office/drawing/2014/main" id="{EEA6CA61-8D4F-FF8A-7809-8FF9D736D8B3}"/>
              </a:ext>
            </a:extLst>
          </p:cNvPr>
          <p:cNvSpPr/>
          <p:nvPr/>
        </p:nvSpPr>
        <p:spPr>
          <a:xfrm>
            <a:off x="3002791" y="1684421"/>
            <a:ext cx="1148156" cy="562381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3" name="Triangle rectangle 12">
            <a:extLst>
              <a:ext uri="{FF2B5EF4-FFF2-40B4-BE49-F238E27FC236}">
                <a16:creationId xmlns:a16="http://schemas.microsoft.com/office/drawing/2014/main" id="{160ACFC5-8D19-2DFB-36AA-E2DEB51CA7D7}"/>
              </a:ext>
            </a:extLst>
          </p:cNvPr>
          <p:cNvSpPr/>
          <p:nvPr/>
        </p:nvSpPr>
        <p:spPr>
          <a:xfrm>
            <a:off x="4166364" y="254381"/>
            <a:ext cx="1148156" cy="983153"/>
          </a:xfrm>
          <a:prstGeom prst="rtTriangle">
            <a:avLst/>
          </a:prstGeom>
          <a:solidFill>
            <a:srgbClr val="D9E7FD">
              <a:alpha val="10196"/>
            </a:srgbClr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" name="Triangle rectangle 1">
            <a:extLst>
              <a:ext uri="{FF2B5EF4-FFF2-40B4-BE49-F238E27FC236}">
                <a16:creationId xmlns:a16="http://schemas.microsoft.com/office/drawing/2014/main" id="{AD1BEC55-497D-1B90-A225-01EDE1BD1E17}"/>
              </a:ext>
            </a:extLst>
          </p:cNvPr>
          <p:cNvSpPr/>
          <p:nvPr/>
        </p:nvSpPr>
        <p:spPr>
          <a:xfrm>
            <a:off x="5400772" y="1242658"/>
            <a:ext cx="1148156" cy="983153"/>
          </a:xfrm>
          <a:prstGeom prst="rtTriangle">
            <a:avLst/>
          </a:prstGeom>
          <a:solidFill>
            <a:srgbClr val="D9E7FD">
              <a:alpha val="10196"/>
            </a:srgbClr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6" name="Rectangle: cantonades arrodonides 15">
            <a:extLst>
              <a:ext uri="{FF2B5EF4-FFF2-40B4-BE49-F238E27FC236}">
                <a16:creationId xmlns:a16="http://schemas.microsoft.com/office/drawing/2014/main" id="{9CF3BB1E-C65A-2CA2-A9F6-6F00C1CC3599}"/>
              </a:ext>
            </a:extLst>
          </p:cNvPr>
          <p:cNvSpPr/>
          <p:nvPr/>
        </p:nvSpPr>
        <p:spPr>
          <a:xfrm>
            <a:off x="5393062" y="2246989"/>
            <a:ext cx="1148156" cy="912323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pic>
        <p:nvPicPr>
          <p:cNvPr id="19" name="Imatge 18">
            <a:extLst>
              <a:ext uri="{FF2B5EF4-FFF2-40B4-BE49-F238E27FC236}">
                <a16:creationId xmlns:a16="http://schemas.microsoft.com/office/drawing/2014/main" id="{8695A56D-BB48-42C2-F989-135C79608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633" y="2242456"/>
            <a:ext cx="1148157" cy="960154"/>
          </a:xfrm>
          <a:prstGeom prst="rect">
            <a:avLst/>
          </a:prstGeom>
        </p:spPr>
      </p:pic>
      <p:sp>
        <p:nvSpPr>
          <p:cNvPr id="15" name="Rectangle: cantonades arrodonides 14">
            <a:extLst>
              <a:ext uri="{FF2B5EF4-FFF2-40B4-BE49-F238E27FC236}">
                <a16:creationId xmlns:a16="http://schemas.microsoft.com/office/drawing/2014/main" id="{22777E75-8883-7BC9-559C-A5CD9C6EFC3E}"/>
              </a:ext>
            </a:extLst>
          </p:cNvPr>
          <p:cNvSpPr/>
          <p:nvPr/>
        </p:nvSpPr>
        <p:spPr>
          <a:xfrm flipV="1">
            <a:off x="4166361" y="2984699"/>
            <a:ext cx="729187" cy="160500"/>
          </a:xfrm>
          <a:prstGeom prst="roundRect">
            <a:avLst/>
          </a:prstGeom>
          <a:solidFill>
            <a:srgbClr val="FFEE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pic>
        <p:nvPicPr>
          <p:cNvPr id="24" name="Imatge 23">
            <a:extLst>
              <a:ext uri="{FF2B5EF4-FFF2-40B4-BE49-F238E27FC236}">
                <a16:creationId xmlns:a16="http://schemas.microsoft.com/office/drawing/2014/main" id="{9DF6391C-7566-9379-95DF-56D6FDED7C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981" y="1300532"/>
            <a:ext cx="1148157" cy="960155"/>
          </a:xfrm>
          <a:prstGeom prst="rect">
            <a:avLst/>
          </a:prstGeom>
        </p:spPr>
      </p:pic>
      <p:sp>
        <p:nvSpPr>
          <p:cNvPr id="3" name="Rectangle: cantonades arrodonides 2">
            <a:extLst>
              <a:ext uri="{FF2B5EF4-FFF2-40B4-BE49-F238E27FC236}">
                <a16:creationId xmlns:a16="http://schemas.microsoft.com/office/drawing/2014/main" id="{AB875E73-F847-A5B4-02FB-571A31A9F969}"/>
              </a:ext>
            </a:extLst>
          </p:cNvPr>
          <p:cNvSpPr/>
          <p:nvPr/>
        </p:nvSpPr>
        <p:spPr>
          <a:xfrm flipV="1">
            <a:off x="1794423" y="2081956"/>
            <a:ext cx="729187" cy="160500"/>
          </a:xfrm>
          <a:prstGeom prst="roundRect">
            <a:avLst/>
          </a:prstGeom>
          <a:solidFill>
            <a:srgbClr val="FFEE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25" name="Triangle rectangle 24">
            <a:extLst>
              <a:ext uri="{FF2B5EF4-FFF2-40B4-BE49-F238E27FC236}">
                <a16:creationId xmlns:a16="http://schemas.microsoft.com/office/drawing/2014/main" id="{4F4172B9-2FFC-7798-C3FE-378BE417AD52}"/>
              </a:ext>
            </a:extLst>
          </p:cNvPr>
          <p:cNvSpPr/>
          <p:nvPr/>
        </p:nvSpPr>
        <p:spPr>
          <a:xfrm>
            <a:off x="2901646" y="228267"/>
            <a:ext cx="1148156" cy="983153"/>
          </a:xfrm>
          <a:prstGeom prst="rtTriangle">
            <a:avLst/>
          </a:prstGeom>
          <a:solidFill>
            <a:srgbClr val="D9E7FD">
              <a:alpha val="10196"/>
            </a:srgbClr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pic>
        <p:nvPicPr>
          <p:cNvPr id="28" name="Imatge 27">
            <a:extLst>
              <a:ext uri="{FF2B5EF4-FFF2-40B4-BE49-F238E27FC236}">
                <a16:creationId xmlns:a16="http://schemas.microsoft.com/office/drawing/2014/main" id="{16A0CC90-2E59-314F-63A0-45A2C1345B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5093" y="3187365"/>
            <a:ext cx="1148156" cy="989075"/>
          </a:xfrm>
          <a:prstGeom prst="rect">
            <a:avLst/>
          </a:prstGeom>
        </p:spPr>
      </p:pic>
      <p:pic>
        <p:nvPicPr>
          <p:cNvPr id="30" name="Imatge 29">
            <a:extLst>
              <a:ext uri="{FF2B5EF4-FFF2-40B4-BE49-F238E27FC236}">
                <a16:creationId xmlns:a16="http://schemas.microsoft.com/office/drawing/2014/main" id="{5A0AD0B4-6370-465F-26C1-9489DED23B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8891" y="3187858"/>
            <a:ext cx="224072" cy="942423"/>
          </a:xfrm>
          <a:prstGeom prst="rect">
            <a:avLst/>
          </a:prstGeom>
        </p:spPr>
      </p:pic>
      <p:pic>
        <p:nvPicPr>
          <p:cNvPr id="34" name="Imatge 33">
            <a:extLst>
              <a:ext uri="{FF2B5EF4-FFF2-40B4-BE49-F238E27FC236}">
                <a16:creationId xmlns:a16="http://schemas.microsoft.com/office/drawing/2014/main" id="{5FFBBB3F-57E8-328B-435B-C399163AD1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3558" y="2973571"/>
            <a:ext cx="1244366" cy="266650"/>
          </a:xfrm>
          <a:prstGeom prst="rect">
            <a:avLst/>
          </a:prstGeom>
        </p:spPr>
      </p:pic>
      <p:sp>
        <p:nvSpPr>
          <p:cNvPr id="35" name="Rectangle: cantonades arrodonides 34">
            <a:extLst>
              <a:ext uri="{FF2B5EF4-FFF2-40B4-BE49-F238E27FC236}">
                <a16:creationId xmlns:a16="http://schemas.microsoft.com/office/drawing/2014/main" id="{3C6482BF-F2BF-94FC-19F1-ED4AC1C2FD21}"/>
              </a:ext>
            </a:extLst>
          </p:cNvPr>
          <p:cNvSpPr/>
          <p:nvPr/>
        </p:nvSpPr>
        <p:spPr>
          <a:xfrm flipV="1">
            <a:off x="7282693" y="3009356"/>
            <a:ext cx="399022" cy="149956"/>
          </a:xfrm>
          <a:prstGeom prst="roundRect">
            <a:avLst/>
          </a:prstGeom>
          <a:solidFill>
            <a:srgbClr val="FFEE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pic>
        <p:nvPicPr>
          <p:cNvPr id="38" name="Imatge 37">
            <a:extLst>
              <a:ext uri="{FF2B5EF4-FFF2-40B4-BE49-F238E27FC236}">
                <a16:creationId xmlns:a16="http://schemas.microsoft.com/office/drawing/2014/main" id="{C4F004F5-1897-2320-7A39-27E07B3AC9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9250" y="3159312"/>
            <a:ext cx="1184923" cy="1024317"/>
          </a:xfrm>
          <a:prstGeom prst="rect">
            <a:avLst/>
          </a:prstGeom>
        </p:spPr>
      </p:pic>
      <p:pic>
        <p:nvPicPr>
          <p:cNvPr id="40" name="Imatge 39">
            <a:extLst>
              <a:ext uri="{FF2B5EF4-FFF2-40B4-BE49-F238E27FC236}">
                <a16:creationId xmlns:a16="http://schemas.microsoft.com/office/drawing/2014/main" id="{2003DEDB-21E0-B8D3-58EF-6AB9701A64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1036" y="3935653"/>
            <a:ext cx="1267607" cy="271630"/>
          </a:xfrm>
          <a:prstGeom prst="rect">
            <a:avLst/>
          </a:prstGeom>
        </p:spPr>
      </p:pic>
      <p:sp>
        <p:nvSpPr>
          <p:cNvPr id="41" name="Rectangle: cantonades arrodonides 40">
            <a:extLst>
              <a:ext uri="{FF2B5EF4-FFF2-40B4-BE49-F238E27FC236}">
                <a16:creationId xmlns:a16="http://schemas.microsoft.com/office/drawing/2014/main" id="{E0943A33-85B5-0CD7-6611-8AE049F61CCD}"/>
              </a:ext>
            </a:extLst>
          </p:cNvPr>
          <p:cNvSpPr/>
          <p:nvPr/>
        </p:nvSpPr>
        <p:spPr>
          <a:xfrm flipV="1">
            <a:off x="8286327" y="3970028"/>
            <a:ext cx="614289" cy="168384"/>
          </a:xfrm>
          <a:prstGeom prst="roundRect">
            <a:avLst/>
          </a:prstGeom>
          <a:solidFill>
            <a:srgbClr val="FFEE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42" name="Rectangle: cantonades arrodonides 41">
            <a:extLst>
              <a:ext uri="{FF2B5EF4-FFF2-40B4-BE49-F238E27FC236}">
                <a16:creationId xmlns:a16="http://schemas.microsoft.com/office/drawing/2014/main" id="{2E32633F-77E7-E965-D877-56C669BAC3F9}"/>
              </a:ext>
            </a:extLst>
          </p:cNvPr>
          <p:cNvSpPr/>
          <p:nvPr/>
        </p:nvSpPr>
        <p:spPr>
          <a:xfrm flipV="1">
            <a:off x="5387112" y="3949403"/>
            <a:ext cx="644542" cy="194628"/>
          </a:xfrm>
          <a:prstGeom prst="roundRect">
            <a:avLst/>
          </a:prstGeom>
          <a:solidFill>
            <a:srgbClr val="FFEE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pic>
        <p:nvPicPr>
          <p:cNvPr id="44" name="Imatge 43">
            <a:extLst>
              <a:ext uri="{FF2B5EF4-FFF2-40B4-BE49-F238E27FC236}">
                <a16:creationId xmlns:a16="http://schemas.microsoft.com/office/drawing/2014/main" id="{6B5B3F20-5AFF-E02C-732B-EA9FB72399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9399" y="2551995"/>
            <a:ext cx="237322" cy="998149"/>
          </a:xfrm>
          <a:prstGeom prst="rect">
            <a:avLst/>
          </a:prstGeom>
        </p:spPr>
      </p:pic>
      <p:pic>
        <p:nvPicPr>
          <p:cNvPr id="46" name="Imatge 45">
            <a:extLst>
              <a:ext uri="{FF2B5EF4-FFF2-40B4-BE49-F238E27FC236}">
                <a16:creationId xmlns:a16="http://schemas.microsoft.com/office/drawing/2014/main" id="{2B32535D-561F-0D4E-55CF-032A8B5CF08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0573" y="4121429"/>
            <a:ext cx="1174694" cy="1015474"/>
          </a:xfrm>
          <a:prstGeom prst="rect">
            <a:avLst/>
          </a:prstGeom>
        </p:spPr>
      </p:pic>
      <p:cxnSp>
        <p:nvCxnSpPr>
          <p:cNvPr id="8" name="Connector recte 7">
            <a:extLst>
              <a:ext uri="{FF2B5EF4-FFF2-40B4-BE49-F238E27FC236}">
                <a16:creationId xmlns:a16="http://schemas.microsoft.com/office/drawing/2014/main" id="{4347913B-F1B9-7F73-5D85-2CA4E220FDD7}"/>
              </a:ext>
            </a:extLst>
          </p:cNvPr>
          <p:cNvCxnSpPr/>
          <p:nvPr/>
        </p:nvCxnSpPr>
        <p:spPr>
          <a:xfrm flipH="1" flipV="1">
            <a:off x="2908204" y="254382"/>
            <a:ext cx="5912661" cy="4750755"/>
          </a:xfrm>
          <a:prstGeom prst="line">
            <a:avLst/>
          </a:prstGeom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tge 13">
            <a:extLst>
              <a:ext uri="{FF2B5EF4-FFF2-40B4-BE49-F238E27FC236}">
                <a16:creationId xmlns:a16="http://schemas.microsoft.com/office/drawing/2014/main" id="{E94CBF43-D546-E746-E334-9C0D54A306A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8490" y="4147636"/>
            <a:ext cx="230438" cy="969196"/>
          </a:xfrm>
          <a:prstGeom prst="rect">
            <a:avLst/>
          </a:prstGeom>
        </p:spPr>
      </p:pic>
      <p:pic>
        <p:nvPicPr>
          <p:cNvPr id="18" name="Imatge 17">
            <a:extLst>
              <a:ext uri="{FF2B5EF4-FFF2-40B4-BE49-F238E27FC236}">
                <a16:creationId xmlns:a16="http://schemas.microsoft.com/office/drawing/2014/main" id="{94898642-775B-451C-2F9F-1AB42DF1695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1118" y="4134694"/>
            <a:ext cx="1183290" cy="1022905"/>
          </a:xfrm>
          <a:prstGeom prst="rect">
            <a:avLst/>
          </a:prstGeom>
        </p:spPr>
      </p:pic>
      <p:sp>
        <p:nvSpPr>
          <p:cNvPr id="20" name="Rectangle: cantonades arrodonides 19">
            <a:extLst>
              <a:ext uri="{FF2B5EF4-FFF2-40B4-BE49-F238E27FC236}">
                <a16:creationId xmlns:a16="http://schemas.microsoft.com/office/drawing/2014/main" id="{501B6C5B-E241-E392-2DE5-C11283A7FD19}"/>
              </a:ext>
            </a:extLst>
          </p:cNvPr>
          <p:cNvSpPr/>
          <p:nvPr/>
        </p:nvSpPr>
        <p:spPr>
          <a:xfrm rot="16200000" flipV="1">
            <a:off x="7425451" y="4247815"/>
            <a:ext cx="384471" cy="159197"/>
          </a:xfrm>
          <a:prstGeom prst="roundRect">
            <a:avLst/>
          </a:prstGeom>
          <a:solidFill>
            <a:srgbClr val="FFEE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21" name="Crida: línia corbada 20">
            <a:extLst>
              <a:ext uri="{FF2B5EF4-FFF2-40B4-BE49-F238E27FC236}">
                <a16:creationId xmlns:a16="http://schemas.microsoft.com/office/drawing/2014/main" id="{18A0F8D2-A9AA-4BB8-8506-B2BACFEF3803}"/>
              </a:ext>
            </a:extLst>
          </p:cNvPr>
          <p:cNvSpPr/>
          <p:nvPr/>
        </p:nvSpPr>
        <p:spPr>
          <a:xfrm>
            <a:off x="3375716" y="3508225"/>
            <a:ext cx="1372639" cy="749742"/>
          </a:xfrm>
          <a:prstGeom prst="borderCallout2">
            <a:avLst>
              <a:gd name="adj1" fmla="val 111958"/>
              <a:gd name="adj2" fmla="val 82788"/>
              <a:gd name="adj3" fmla="val 155992"/>
              <a:gd name="adj4" fmla="val 145569"/>
              <a:gd name="adj5" fmla="val 111019"/>
              <a:gd name="adj6" fmla="val 300486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rgbClr val="002060"/>
                </a:solidFill>
              </a:rPr>
              <a:t>Compute tile &amp; generate more precise frontier</a:t>
            </a:r>
          </a:p>
        </p:txBody>
      </p:sp>
      <p:sp>
        <p:nvSpPr>
          <p:cNvPr id="23" name="Crida: línia corbada 22">
            <a:extLst>
              <a:ext uri="{FF2B5EF4-FFF2-40B4-BE49-F238E27FC236}">
                <a16:creationId xmlns:a16="http://schemas.microsoft.com/office/drawing/2014/main" id="{603F31AF-C710-1E3A-A3B1-C036A0BAD8B2}"/>
              </a:ext>
            </a:extLst>
          </p:cNvPr>
          <p:cNvSpPr/>
          <p:nvPr/>
        </p:nvSpPr>
        <p:spPr>
          <a:xfrm>
            <a:off x="7200212" y="1856562"/>
            <a:ext cx="1427639" cy="548471"/>
          </a:xfrm>
          <a:prstGeom prst="borderCallout2">
            <a:avLst>
              <a:gd name="adj1" fmla="val 110772"/>
              <a:gd name="adj2" fmla="val 53893"/>
              <a:gd name="adj3" fmla="val 144988"/>
              <a:gd name="adj4" fmla="val 66590"/>
              <a:gd name="adj5" fmla="val 158704"/>
              <a:gd name="adj6" fmla="val 93358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rgbClr val="002060"/>
                </a:solidFill>
              </a:rPr>
              <a:t>Identify frontier differences</a:t>
            </a:r>
          </a:p>
        </p:txBody>
      </p:sp>
    </p:spTree>
    <p:extLst>
      <p:ext uri="{BB962C8B-B14F-4D97-AF65-F5344CB8AC3E}">
        <p14:creationId xmlns:p14="http://schemas.microsoft.com/office/powerpoint/2010/main" val="2653380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0E28D46D-152F-0B83-5F67-B2ED5FE75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tge 15">
            <a:extLst>
              <a:ext uri="{FF2B5EF4-FFF2-40B4-BE49-F238E27FC236}">
                <a16:creationId xmlns:a16="http://schemas.microsoft.com/office/drawing/2014/main" id="{5B3DBE27-37D4-DE3F-1DB4-5433B8D60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76" y="0"/>
            <a:ext cx="8726943" cy="5143500"/>
          </a:xfrm>
          <a:prstGeom prst="rect">
            <a:avLst/>
          </a:prstGeom>
        </p:spPr>
      </p:pic>
      <p:cxnSp>
        <p:nvCxnSpPr>
          <p:cNvPr id="31" name="Connector recte 30">
            <a:extLst>
              <a:ext uri="{FF2B5EF4-FFF2-40B4-BE49-F238E27FC236}">
                <a16:creationId xmlns:a16="http://schemas.microsoft.com/office/drawing/2014/main" id="{5C0EF59C-7B7B-8075-B444-06E36B643E35}"/>
              </a:ext>
            </a:extLst>
          </p:cNvPr>
          <p:cNvCxnSpPr/>
          <p:nvPr/>
        </p:nvCxnSpPr>
        <p:spPr>
          <a:xfrm flipH="1" flipV="1">
            <a:off x="2846328" y="281883"/>
            <a:ext cx="5912661" cy="4750755"/>
          </a:xfrm>
          <a:prstGeom prst="line">
            <a:avLst/>
          </a:prstGeom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593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3DA0B075-C14D-B21B-AD41-BC808A789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tge 4">
            <a:extLst>
              <a:ext uri="{FF2B5EF4-FFF2-40B4-BE49-F238E27FC236}">
                <a16:creationId xmlns:a16="http://schemas.microsoft.com/office/drawing/2014/main" id="{6013E75F-01B3-D2E8-1761-A67A3EE01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66" y="-26355"/>
            <a:ext cx="8831068" cy="5143500"/>
          </a:xfrm>
          <a:prstGeom prst="rect">
            <a:avLst/>
          </a:prstGeom>
        </p:spPr>
      </p:pic>
      <p:sp>
        <p:nvSpPr>
          <p:cNvPr id="6" name="Rectangle: cantonades arrodonides 5">
            <a:extLst>
              <a:ext uri="{FF2B5EF4-FFF2-40B4-BE49-F238E27FC236}">
                <a16:creationId xmlns:a16="http://schemas.microsoft.com/office/drawing/2014/main" id="{10C85F5E-7573-4818-B5E5-4F9C4DF3034F}"/>
              </a:ext>
            </a:extLst>
          </p:cNvPr>
          <p:cNvSpPr/>
          <p:nvPr/>
        </p:nvSpPr>
        <p:spPr>
          <a:xfrm>
            <a:off x="586056" y="323134"/>
            <a:ext cx="1208367" cy="960155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7" name="Rectangle: cantonades arrodonides 6">
            <a:extLst>
              <a:ext uri="{FF2B5EF4-FFF2-40B4-BE49-F238E27FC236}">
                <a16:creationId xmlns:a16="http://schemas.microsoft.com/office/drawing/2014/main" id="{DECCA00A-9BAD-CD08-517B-CBC9209A4F42}"/>
              </a:ext>
            </a:extLst>
          </p:cNvPr>
          <p:cNvSpPr/>
          <p:nvPr/>
        </p:nvSpPr>
        <p:spPr>
          <a:xfrm>
            <a:off x="1850463" y="929296"/>
            <a:ext cx="1148156" cy="364386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0" name="Rectangle: cantonades arrodonides 9">
            <a:extLst>
              <a:ext uri="{FF2B5EF4-FFF2-40B4-BE49-F238E27FC236}">
                <a16:creationId xmlns:a16="http://schemas.microsoft.com/office/drawing/2014/main" id="{6AA8BAE2-3C20-837B-9781-E8BC5C5358AE}"/>
              </a:ext>
            </a:extLst>
          </p:cNvPr>
          <p:cNvSpPr/>
          <p:nvPr/>
        </p:nvSpPr>
        <p:spPr>
          <a:xfrm>
            <a:off x="4231782" y="2055681"/>
            <a:ext cx="1082737" cy="191121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1" name="Rectangle: cantonades arrodonides 10">
            <a:extLst>
              <a:ext uri="{FF2B5EF4-FFF2-40B4-BE49-F238E27FC236}">
                <a16:creationId xmlns:a16="http://schemas.microsoft.com/office/drawing/2014/main" id="{979E7228-5666-F863-9334-1943910E207C}"/>
              </a:ext>
            </a:extLst>
          </p:cNvPr>
          <p:cNvSpPr/>
          <p:nvPr/>
        </p:nvSpPr>
        <p:spPr>
          <a:xfrm>
            <a:off x="3002791" y="1684421"/>
            <a:ext cx="1148156" cy="562381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3" name="Triangle rectangle 12">
            <a:extLst>
              <a:ext uri="{FF2B5EF4-FFF2-40B4-BE49-F238E27FC236}">
                <a16:creationId xmlns:a16="http://schemas.microsoft.com/office/drawing/2014/main" id="{A3323613-2C47-A553-DBDC-07561D4BA56E}"/>
              </a:ext>
            </a:extLst>
          </p:cNvPr>
          <p:cNvSpPr/>
          <p:nvPr/>
        </p:nvSpPr>
        <p:spPr>
          <a:xfrm>
            <a:off x="4166364" y="254381"/>
            <a:ext cx="1148156" cy="983153"/>
          </a:xfrm>
          <a:prstGeom prst="rtTriangle">
            <a:avLst/>
          </a:prstGeom>
          <a:solidFill>
            <a:srgbClr val="D9E7FD">
              <a:alpha val="10196"/>
            </a:srgbClr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" name="Triangle rectangle 1">
            <a:extLst>
              <a:ext uri="{FF2B5EF4-FFF2-40B4-BE49-F238E27FC236}">
                <a16:creationId xmlns:a16="http://schemas.microsoft.com/office/drawing/2014/main" id="{52CBD839-2A91-DE31-B736-03177166D7C0}"/>
              </a:ext>
            </a:extLst>
          </p:cNvPr>
          <p:cNvSpPr/>
          <p:nvPr/>
        </p:nvSpPr>
        <p:spPr>
          <a:xfrm>
            <a:off x="5400772" y="1242658"/>
            <a:ext cx="1148156" cy="983153"/>
          </a:xfrm>
          <a:prstGeom prst="rtTriangle">
            <a:avLst/>
          </a:prstGeom>
          <a:solidFill>
            <a:srgbClr val="D9E7FD">
              <a:alpha val="10196"/>
            </a:srgbClr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6" name="Rectangle: cantonades arrodonides 15">
            <a:extLst>
              <a:ext uri="{FF2B5EF4-FFF2-40B4-BE49-F238E27FC236}">
                <a16:creationId xmlns:a16="http://schemas.microsoft.com/office/drawing/2014/main" id="{17DF2781-4368-DA12-8450-40F67D8A1929}"/>
              </a:ext>
            </a:extLst>
          </p:cNvPr>
          <p:cNvSpPr/>
          <p:nvPr/>
        </p:nvSpPr>
        <p:spPr>
          <a:xfrm>
            <a:off x="5393062" y="2246989"/>
            <a:ext cx="1148156" cy="912323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pic>
        <p:nvPicPr>
          <p:cNvPr id="19" name="Imatge 18">
            <a:extLst>
              <a:ext uri="{FF2B5EF4-FFF2-40B4-BE49-F238E27FC236}">
                <a16:creationId xmlns:a16="http://schemas.microsoft.com/office/drawing/2014/main" id="{67384591-E754-94D2-C9C0-20683162D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633" y="2242456"/>
            <a:ext cx="1148157" cy="960154"/>
          </a:xfrm>
          <a:prstGeom prst="rect">
            <a:avLst/>
          </a:prstGeom>
        </p:spPr>
      </p:pic>
      <p:sp>
        <p:nvSpPr>
          <p:cNvPr id="15" name="Rectangle: cantonades arrodonides 14">
            <a:extLst>
              <a:ext uri="{FF2B5EF4-FFF2-40B4-BE49-F238E27FC236}">
                <a16:creationId xmlns:a16="http://schemas.microsoft.com/office/drawing/2014/main" id="{7DBAFEAB-EAEA-0DA4-BF44-A1F8D19F6DAC}"/>
              </a:ext>
            </a:extLst>
          </p:cNvPr>
          <p:cNvSpPr/>
          <p:nvPr/>
        </p:nvSpPr>
        <p:spPr>
          <a:xfrm flipV="1">
            <a:off x="4166361" y="2984699"/>
            <a:ext cx="729187" cy="160500"/>
          </a:xfrm>
          <a:prstGeom prst="roundRect">
            <a:avLst/>
          </a:prstGeom>
          <a:solidFill>
            <a:srgbClr val="FFEE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22" name="QuadreDeText 21">
            <a:extLst>
              <a:ext uri="{FF2B5EF4-FFF2-40B4-BE49-F238E27FC236}">
                <a16:creationId xmlns:a16="http://schemas.microsoft.com/office/drawing/2014/main" id="{B7CD685D-B92A-769A-2F91-C9F3B05662AD}"/>
              </a:ext>
            </a:extLst>
          </p:cNvPr>
          <p:cNvSpPr txBox="1"/>
          <p:nvPr/>
        </p:nvSpPr>
        <p:spPr>
          <a:xfrm>
            <a:off x="8237067" y="421978"/>
            <a:ext cx="2000292" cy="15901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tx1"/>
                </a:solidFill>
              </a:rPr>
              <a:t>13    12    12    12    12</a:t>
            </a: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14    13    12    12</a:t>
            </a: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14    13</a:t>
            </a:r>
            <a:endParaRPr lang="ca-ES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14</a:t>
            </a: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rgbClr val="FF0000"/>
                </a:solidFill>
              </a:rPr>
              <a:t>15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15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15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14    14</a:t>
            </a:r>
          </a:p>
        </p:txBody>
      </p:sp>
      <p:pic>
        <p:nvPicPr>
          <p:cNvPr id="24" name="Imatge 23">
            <a:extLst>
              <a:ext uri="{FF2B5EF4-FFF2-40B4-BE49-F238E27FC236}">
                <a16:creationId xmlns:a16="http://schemas.microsoft.com/office/drawing/2014/main" id="{C1AEEA0E-8FFD-C4F7-B779-5497229BF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981" y="1300532"/>
            <a:ext cx="1148157" cy="960155"/>
          </a:xfrm>
          <a:prstGeom prst="rect">
            <a:avLst/>
          </a:prstGeom>
        </p:spPr>
      </p:pic>
      <p:sp>
        <p:nvSpPr>
          <p:cNvPr id="3" name="Rectangle: cantonades arrodonides 2">
            <a:extLst>
              <a:ext uri="{FF2B5EF4-FFF2-40B4-BE49-F238E27FC236}">
                <a16:creationId xmlns:a16="http://schemas.microsoft.com/office/drawing/2014/main" id="{D21249FF-6873-F46B-F7F9-8145BEC92285}"/>
              </a:ext>
            </a:extLst>
          </p:cNvPr>
          <p:cNvSpPr/>
          <p:nvPr/>
        </p:nvSpPr>
        <p:spPr>
          <a:xfrm flipV="1">
            <a:off x="1794423" y="2081956"/>
            <a:ext cx="729187" cy="160500"/>
          </a:xfrm>
          <a:prstGeom prst="roundRect">
            <a:avLst/>
          </a:prstGeom>
          <a:solidFill>
            <a:srgbClr val="FFEE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25" name="Triangle rectangle 24">
            <a:extLst>
              <a:ext uri="{FF2B5EF4-FFF2-40B4-BE49-F238E27FC236}">
                <a16:creationId xmlns:a16="http://schemas.microsoft.com/office/drawing/2014/main" id="{8024EF01-D437-ABE3-4BFE-DA47BF36FFF4}"/>
              </a:ext>
            </a:extLst>
          </p:cNvPr>
          <p:cNvSpPr/>
          <p:nvPr/>
        </p:nvSpPr>
        <p:spPr>
          <a:xfrm>
            <a:off x="2901646" y="228267"/>
            <a:ext cx="1148156" cy="983153"/>
          </a:xfrm>
          <a:prstGeom prst="rtTriangle">
            <a:avLst/>
          </a:prstGeom>
          <a:solidFill>
            <a:srgbClr val="D9E7FD">
              <a:alpha val="10196"/>
            </a:srgbClr>
          </a:solidFill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6" name="QuadreDeText 25">
            <a:extLst>
              <a:ext uri="{FF2B5EF4-FFF2-40B4-BE49-F238E27FC236}">
                <a16:creationId xmlns:a16="http://schemas.microsoft.com/office/drawing/2014/main" id="{70FE377F-947C-1285-0983-263C62CE4B6D}"/>
              </a:ext>
            </a:extLst>
          </p:cNvPr>
          <p:cNvSpPr txBox="1"/>
          <p:nvPr/>
        </p:nvSpPr>
        <p:spPr>
          <a:xfrm>
            <a:off x="7561204" y="328743"/>
            <a:ext cx="325791" cy="159017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14</a:t>
            </a: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15</a:t>
            </a: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15</a:t>
            </a: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15</a:t>
            </a: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15</a:t>
            </a:r>
          </a:p>
        </p:txBody>
      </p:sp>
      <p:pic>
        <p:nvPicPr>
          <p:cNvPr id="28" name="Imatge 27">
            <a:extLst>
              <a:ext uri="{FF2B5EF4-FFF2-40B4-BE49-F238E27FC236}">
                <a16:creationId xmlns:a16="http://schemas.microsoft.com/office/drawing/2014/main" id="{F228FB19-8A1C-D577-6954-2555F1B95A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5093" y="3187365"/>
            <a:ext cx="1148156" cy="989075"/>
          </a:xfrm>
          <a:prstGeom prst="rect">
            <a:avLst/>
          </a:prstGeom>
        </p:spPr>
      </p:pic>
      <p:pic>
        <p:nvPicPr>
          <p:cNvPr id="30" name="Imatge 29">
            <a:extLst>
              <a:ext uri="{FF2B5EF4-FFF2-40B4-BE49-F238E27FC236}">
                <a16:creationId xmlns:a16="http://schemas.microsoft.com/office/drawing/2014/main" id="{ED32CBE1-DDA8-BC1E-CD5A-E42D812D83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8891" y="3187858"/>
            <a:ext cx="224072" cy="942423"/>
          </a:xfrm>
          <a:prstGeom prst="rect">
            <a:avLst/>
          </a:prstGeom>
        </p:spPr>
      </p:pic>
      <p:sp>
        <p:nvSpPr>
          <p:cNvPr id="31" name="QuadreDeText 30">
            <a:extLst>
              <a:ext uri="{FF2B5EF4-FFF2-40B4-BE49-F238E27FC236}">
                <a16:creationId xmlns:a16="http://schemas.microsoft.com/office/drawing/2014/main" id="{E730E913-DB4D-BB93-EA2B-3C28FC85CE30}"/>
              </a:ext>
            </a:extLst>
          </p:cNvPr>
          <p:cNvSpPr txBox="1"/>
          <p:nvPr/>
        </p:nvSpPr>
        <p:spPr>
          <a:xfrm>
            <a:off x="8272577" y="122616"/>
            <a:ext cx="1596583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13   14   14   14   15</a:t>
            </a:r>
          </a:p>
        </p:txBody>
      </p:sp>
      <p:sp>
        <p:nvSpPr>
          <p:cNvPr id="32" name="QuadreDeText 31">
            <a:extLst>
              <a:ext uri="{FF2B5EF4-FFF2-40B4-BE49-F238E27FC236}">
                <a16:creationId xmlns:a16="http://schemas.microsoft.com/office/drawing/2014/main" id="{D9641D25-0EDF-4A81-1A80-6ECC537D89F1}"/>
              </a:ext>
            </a:extLst>
          </p:cNvPr>
          <p:cNvSpPr txBox="1"/>
          <p:nvPr/>
        </p:nvSpPr>
        <p:spPr>
          <a:xfrm>
            <a:off x="8102324" y="21751"/>
            <a:ext cx="1596583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14   16   17   19   20</a:t>
            </a:r>
          </a:p>
        </p:txBody>
      </p:sp>
      <p:pic>
        <p:nvPicPr>
          <p:cNvPr id="34" name="Imatge 33">
            <a:extLst>
              <a:ext uri="{FF2B5EF4-FFF2-40B4-BE49-F238E27FC236}">
                <a16:creationId xmlns:a16="http://schemas.microsoft.com/office/drawing/2014/main" id="{703B93CA-DB14-4B64-965B-E6B25F7003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3558" y="2973571"/>
            <a:ext cx="1244366" cy="266650"/>
          </a:xfrm>
          <a:prstGeom prst="rect">
            <a:avLst/>
          </a:prstGeom>
        </p:spPr>
      </p:pic>
      <p:sp>
        <p:nvSpPr>
          <p:cNvPr id="35" name="Rectangle: cantonades arrodonides 34">
            <a:extLst>
              <a:ext uri="{FF2B5EF4-FFF2-40B4-BE49-F238E27FC236}">
                <a16:creationId xmlns:a16="http://schemas.microsoft.com/office/drawing/2014/main" id="{83DF3370-3B75-463B-FFE4-91F884AB64B0}"/>
              </a:ext>
            </a:extLst>
          </p:cNvPr>
          <p:cNvSpPr/>
          <p:nvPr/>
        </p:nvSpPr>
        <p:spPr>
          <a:xfrm flipV="1">
            <a:off x="7282693" y="3009356"/>
            <a:ext cx="399022" cy="149956"/>
          </a:xfrm>
          <a:prstGeom prst="roundRect">
            <a:avLst/>
          </a:prstGeom>
          <a:solidFill>
            <a:srgbClr val="FFEE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36" name="QuadreDeText 35">
            <a:extLst>
              <a:ext uri="{FF2B5EF4-FFF2-40B4-BE49-F238E27FC236}">
                <a16:creationId xmlns:a16="http://schemas.microsoft.com/office/drawing/2014/main" id="{36C5B9D8-D6DF-86AE-C153-6458D2F36336}"/>
              </a:ext>
            </a:extLst>
          </p:cNvPr>
          <p:cNvSpPr txBox="1"/>
          <p:nvPr/>
        </p:nvSpPr>
        <p:spPr>
          <a:xfrm>
            <a:off x="-315642" y="2539432"/>
            <a:ext cx="2000292" cy="15901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13    13</a:t>
            </a: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14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14</a:t>
            </a: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rgbClr val="FF0000"/>
                </a:solidFill>
              </a:rPr>
              <a:t>15    15    14    14    14</a:t>
            </a:r>
            <a:endParaRPr lang="ca-ES" b="1" dirty="0">
              <a:solidFill>
                <a:schemeClr val="tx1"/>
              </a:solidFill>
            </a:endParaRP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rgbClr val="FF0000"/>
                </a:solidFill>
              </a:rPr>
              <a:t>15    15    15    15    14</a:t>
            </a:r>
          </a:p>
          <a:p>
            <a:pPr algn="ctr">
              <a:spcBef>
                <a:spcPts val="1000"/>
              </a:spcBef>
            </a:pPr>
            <a:r>
              <a:rPr lang="ca-ES" b="1" dirty="0">
                <a:solidFill>
                  <a:srgbClr val="FF0000"/>
                </a:solidFill>
              </a:rPr>
              <a:t>15</a:t>
            </a:r>
            <a:r>
              <a:rPr lang="ca-ES" b="1" dirty="0">
                <a:solidFill>
                  <a:schemeClr val="tx1"/>
                </a:solidFill>
              </a:rPr>
              <a:t>    </a:t>
            </a:r>
            <a:r>
              <a:rPr lang="ca-ES" b="1" dirty="0">
                <a:solidFill>
                  <a:srgbClr val="FF0000"/>
                </a:solidFill>
              </a:rPr>
              <a:t>15    15    15    15</a:t>
            </a:r>
          </a:p>
        </p:txBody>
      </p:sp>
      <p:pic>
        <p:nvPicPr>
          <p:cNvPr id="38" name="Imatge 37">
            <a:extLst>
              <a:ext uri="{FF2B5EF4-FFF2-40B4-BE49-F238E27FC236}">
                <a16:creationId xmlns:a16="http://schemas.microsoft.com/office/drawing/2014/main" id="{93A35B16-BBB6-060C-9DCA-846CBC8177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9250" y="3159312"/>
            <a:ext cx="1184923" cy="1024317"/>
          </a:xfrm>
          <a:prstGeom prst="rect">
            <a:avLst/>
          </a:prstGeom>
        </p:spPr>
      </p:pic>
      <p:pic>
        <p:nvPicPr>
          <p:cNvPr id="40" name="Imatge 39">
            <a:extLst>
              <a:ext uri="{FF2B5EF4-FFF2-40B4-BE49-F238E27FC236}">
                <a16:creationId xmlns:a16="http://schemas.microsoft.com/office/drawing/2014/main" id="{C57953FD-0BB5-16FA-C1E2-9350AB9293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1036" y="3935653"/>
            <a:ext cx="1267607" cy="271630"/>
          </a:xfrm>
          <a:prstGeom prst="rect">
            <a:avLst/>
          </a:prstGeom>
        </p:spPr>
      </p:pic>
      <p:sp>
        <p:nvSpPr>
          <p:cNvPr id="41" name="Rectangle: cantonades arrodonides 40">
            <a:extLst>
              <a:ext uri="{FF2B5EF4-FFF2-40B4-BE49-F238E27FC236}">
                <a16:creationId xmlns:a16="http://schemas.microsoft.com/office/drawing/2014/main" id="{BCA6FACA-4619-9692-01FD-B9D3B9D1DD6C}"/>
              </a:ext>
            </a:extLst>
          </p:cNvPr>
          <p:cNvSpPr/>
          <p:nvPr/>
        </p:nvSpPr>
        <p:spPr>
          <a:xfrm flipV="1">
            <a:off x="8286327" y="3970028"/>
            <a:ext cx="614289" cy="168384"/>
          </a:xfrm>
          <a:prstGeom prst="roundRect">
            <a:avLst/>
          </a:prstGeom>
          <a:solidFill>
            <a:srgbClr val="FFEE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42" name="Rectangle: cantonades arrodonides 41">
            <a:extLst>
              <a:ext uri="{FF2B5EF4-FFF2-40B4-BE49-F238E27FC236}">
                <a16:creationId xmlns:a16="http://schemas.microsoft.com/office/drawing/2014/main" id="{83F8272D-7A2B-D874-B014-36DD64377BA1}"/>
              </a:ext>
            </a:extLst>
          </p:cNvPr>
          <p:cNvSpPr/>
          <p:nvPr/>
        </p:nvSpPr>
        <p:spPr>
          <a:xfrm flipV="1">
            <a:off x="5387112" y="3949403"/>
            <a:ext cx="644542" cy="194628"/>
          </a:xfrm>
          <a:prstGeom prst="roundRect">
            <a:avLst/>
          </a:prstGeom>
          <a:solidFill>
            <a:srgbClr val="FFEE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pic>
        <p:nvPicPr>
          <p:cNvPr id="44" name="Imatge 43">
            <a:extLst>
              <a:ext uri="{FF2B5EF4-FFF2-40B4-BE49-F238E27FC236}">
                <a16:creationId xmlns:a16="http://schemas.microsoft.com/office/drawing/2014/main" id="{174D1B44-84F6-7ED6-E5F9-400865556D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9190" y="2688290"/>
            <a:ext cx="237322" cy="998149"/>
          </a:xfrm>
          <a:prstGeom prst="rect">
            <a:avLst/>
          </a:prstGeom>
        </p:spPr>
      </p:pic>
      <p:pic>
        <p:nvPicPr>
          <p:cNvPr id="46" name="Imatge 45">
            <a:extLst>
              <a:ext uri="{FF2B5EF4-FFF2-40B4-BE49-F238E27FC236}">
                <a16:creationId xmlns:a16="http://schemas.microsoft.com/office/drawing/2014/main" id="{FC23B9DD-0E81-AA31-D115-5A907539F30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0573" y="4121429"/>
            <a:ext cx="1174694" cy="1015474"/>
          </a:xfrm>
          <a:prstGeom prst="rect">
            <a:avLst/>
          </a:prstGeom>
        </p:spPr>
      </p:pic>
      <p:cxnSp>
        <p:nvCxnSpPr>
          <p:cNvPr id="8" name="Connector recte 7">
            <a:extLst>
              <a:ext uri="{FF2B5EF4-FFF2-40B4-BE49-F238E27FC236}">
                <a16:creationId xmlns:a16="http://schemas.microsoft.com/office/drawing/2014/main" id="{3D346A19-B30E-CAEF-1776-D8993D8EDC67}"/>
              </a:ext>
            </a:extLst>
          </p:cNvPr>
          <p:cNvCxnSpPr/>
          <p:nvPr/>
        </p:nvCxnSpPr>
        <p:spPr>
          <a:xfrm flipH="1" flipV="1">
            <a:off x="2908204" y="254382"/>
            <a:ext cx="5912661" cy="4750755"/>
          </a:xfrm>
          <a:prstGeom prst="line">
            <a:avLst/>
          </a:prstGeom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tge 13">
            <a:extLst>
              <a:ext uri="{FF2B5EF4-FFF2-40B4-BE49-F238E27FC236}">
                <a16:creationId xmlns:a16="http://schemas.microsoft.com/office/drawing/2014/main" id="{B991675D-E9F2-60D2-F45F-6BE89345D2A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8490" y="4147636"/>
            <a:ext cx="230438" cy="969196"/>
          </a:xfrm>
          <a:prstGeom prst="rect">
            <a:avLst/>
          </a:prstGeom>
        </p:spPr>
      </p:pic>
      <p:pic>
        <p:nvPicPr>
          <p:cNvPr id="18" name="Imatge 17">
            <a:extLst>
              <a:ext uri="{FF2B5EF4-FFF2-40B4-BE49-F238E27FC236}">
                <a16:creationId xmlns:a16="http://schemas.microsoft.com/office/drawing/2014/main" id="{7A4A7EDF-5E15-51FF-4226-E8455260307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1118" y="4134694"/>
            <a:ext cx="1183290" cy="1022905"/>
          </a:xfrm>
          <a:prstGeom prst="rect">
            <a:avLst/>
          </a:prstGeom>
        </p:spPr>
      </p:pic>
      <p:sp>
        <p:nvSpPr>
          <p:cNvPr id="20" name="Rectangle: cantonades arrodonides 19">
            <a:extLst>
              <a:ext uri="{FF2B5EF4-FFF2-40B4-BE49-F238E27FC236}">
                <a16:creationId xmlns:a16="http://schemas.microsoft.com/office/drawing/2014/main" id="{8C4405FF-0140-D2CA-B2DD-6D6FA6576860}"/>
              </a:ext>
            </a:extLst>
          </p:cNvPr>
          <p:cNvSpPr/>
          <p:nvPr/>
        </p:nvSpPr>
        <p:spPr>
          <a:xfrm rot="16200000" flipV="1">
            <a:off x="7425451" y="4247815"/>
            <a:ext cx="384471" cy="159197"/>
          </a:xfrm>
          <a:prstGeom prst="roundRect">
            <a:avLst/>
          </a:prstGeom>
          <a:solidFill>
            <a:srgbClr val="FFEED9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2629310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96E3FF42-D3CD-7203-1ADD-75B5A7502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tge 2">
            <a:extLst>
              <a:ext uri="{FF2B5EF4-FFF2-40B4-BE49-F238E27FC236}">
                <a16:creationId xmlns:a16="http://schemas.microsoft.com/office/drawing/2014/main" id="{FFD6F476-1FF0-4A1C-A126-25C924706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56" y="0"/>
            <a:ext cx="874748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84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248EEBDC-F516-D59B-59AE-C7DCA3F54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63AEB6-F9DE-DF11-383F-9A7B1B678AFB}"/>
              </a:ext>
            </a:extLst>
          </p:cNvPr>
          <p:cNvSpPr/>
          <p:nvPr/>
        </p:nvSpPr>
        <p:spPr>
          <a:xfrm>
            <a:off x="136316" y="198430"/>
            <a:ext cx="7300912" cy="48786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pic>
        <p:nvPicPr>
          <p:cNvPr id="26" name="Imatge 25">
            <a:extLst>
              <a:ext uri="{FF2B5EF4-FFF2-40B4-BE49-F238E27FC236}">
                <a16:creationId xmlns:a16="http://schemas.microsoft.com/office/drawing/2014/main" id="{9C6B1238-1C36-9E45-7E44-50BE9240E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833082" y="486297"/>
            <a:ext cx="1102335" cy="1102335"/>
          </a:xfrm>
          <a:prstGeom prst="rect">
            <a:avLst/>
          </a:prstGeom>
        </p:spPr>
      </p:pic>
      <p:pic>
        <p:nvPicPr>
          <p:cNvPr id="143" name="Google Shape;143;p23">
            <a:extLst>
              <a:ext uri="{FF2B5EF4-FFF2-40B4-BE49-F238E27FC236}">
                <a16:creationId xmlns:a16="http://schemas.microsoft.com/office/drawing/2014/main" id="{6C0EEFCD-24A5-FB47-BF01-CA90892177C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8500630">
            <a:off x="310196" y="305859"/>
            <a:ext cx="761387" cy="77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43;p23">
            <a:extLst>
              <a:ext uri="{FF2B5EF4-FFF2-40B4-BE49-F238E27FC236}">
                <a16:creationId xmlns:a16="http://schemas.microsoft.com/office/drawing/2014/main" id="{3641B1C6-FFBA-A172-04B8-1D139B61962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8495684">
            <a:off x="899156" y="782696"/>
            <a:ext cx="761387" cy="77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43;p23">
            <a:extLst>
              <a:ext uri="{FF2B5EF4-FFF2-40B4-BE49-F238E27FC236}">
                <a16:creationId xmlns:a16="http://schemas.microsoft.com/office/drawing/2014/main" id="{B2D6D703-F59E-5368-5F34-B91D63EB872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8495684">
            <a:off x="1508755" y="1256564"/>
            <a:ext cx="761387" cy="77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43;p23">
            <a:extLst>
              <a:ext uri="{FF2B5EF4-FFF2-40B4-BE49-F238E27FC236}">
                <a16:creationId xmlns:a16="http://schemas.microsoft.com/office/drawing/2014/main" id="{F008F532-2997-5941-EE5D-CB8F4519716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8495684">
            <a:off x="2105836" y="1723456"/>
            <a:ext cx="761387" cy="774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tge 5">
            <a:extLst>
              <a:ext uri="{FF2B5EF4-FFF2-40B4-BE49-F238E27FC236}">
                <a16:creationId xmlns:a16="http://schemas.microsoft.com/office/drawing/2014/main" id="{483B0E7E-3C89-A376-39B1-F96DE10C4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753" y="2031242"/>
            <a:ext cx="1085182" cy="1085182"/>
          </a:xfrm>
          <a:prstGeom prst="rect">
            <a:avLst/>
          </a:prstGeom>
        </p:spPr>
      </p:pic>
      <p:pic>
        <p:nvPicPr>
          <p:cNvPr id="7" name="Imatge 6">
            <a:extLst>
              <a:ext uri="{FF2B5EF4-FFF2-40B4-BE49-F238E27FC236}">
                <a16:creationId xmlns:a16="http://schemas.microsoft.com/office/drawing/2014/main" id="{E02BE40C-2DA1-EF26-AD34-CB00C3881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007" y="2155125"/>
            <a:ext cx="1085182" cy="1085182"/>
          </a:xfrm>
          <a:prstGeom prst="rect">
            <a:avLst/>
          </a:prstGeom>
        </p:spPr>
      </p:pic>
      <p:pic>
        <p:nvPicPr>
          <p:cNvPr id="8" name="Imatge 7">
            <a:extLst>
              <a:ext uri="{FF2B5EF4-FFF2-40B4-BE49-F238E27FC236}">
                <a16:creationId xmlns:a16="http://schemas.microsoft.com/office/drawing/2014/main" id="{E20233B9-6E4C-3605-9535-A4704AED5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80" y="2751451"/>
            <a:ext cx="1102335" cy="1102335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DCD912A-3021-639A-8136-D6D1A56ED386}"/>
              </a:ext>
            </a:extLst>
          </p:cNvPr>
          <p:cNvSpPr/>
          <p:nvPr/>
        </p:nvSpPr>
        <p:spPr>
          <a:xfrm>
            <a:off x="2199236" y="1806963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28234B7-DA2C-463F-1447-983526638F45}"/>
              </a:ext>
            </a:extLst>
          </p:cNvPr>
          <p:cNvSpPr/>
          <p:nvPr/>
        </p:nvSpPr>
        <p:spPr>
          <a:xfrm>
            <a:off x="1755776" y="1147302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DF1FBAB-5664-3915-C447-3FA2768B265F}"/>
              </a:ext>
            </a:extLst>
          </p:cNvPr>
          <p:cNvSpPr/>
          <p:nvPr/>
        </p:nvSpPr>
        <p:spPr>
          <a:xfrm>
            <a:off x="1395985" y="1647674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C0E4CE-E499-D593-BD8C-DA80CAF3B408}"/>
              </a:ext>
            </a:extLst>
          </p:cNvPr>
          <p:cNvSpPr/>
          <p:nvPr/>
        </p:nvSpPr>
        <p:spPr>
          <a:xfrm>
            <a:off x="7414369" y="5017319"/>
            <a:ext cx="45719" cy="4571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4" name="Forma lliure: forma 13">
            <a:extLst>
              <a:ext uri="{FF2B5EF4-FFF2-40B4-BE49-F238E27FC236}">
                <a16:creationId xmlns:a16="http://schemas.microsoft.com/office/drawing/2014/main" id="{A3595703-C249-7C6B-F391-D9EDF01CF4C1}"/>
              </a:ext>
            </a:extLst>
          </p:cNvPr>
          <p:cNvSpPr/>
          <p:nvPr/>
        </p:nvSpPr>
        <p:spPr>
          <a:xfrm>
            <a:off x="1787549" y="1180341"/>
            <a:ext cx="5714094" cy="3870068"/>
          </a:xfrm>
          <a:custGeom>
            <a:avLst/>
            <a:gdLst>
              <a:gd name="csX0" fmla="*/ 0 w 5714094"/>
              <a:gd name="csY0" fmla="*/ 9067 h 3870068"/>
              <a:gd name="csX1" fmla="*/ 178755 w 5714094"/>
              <a:gd name="csY1" fmla="*/ 15942 h 3870068"/>
              <a:gd name="csX2" fmla="*/ 302508 w 5714094"/>
              <a:gd name="csY2" fmla="*/ 29692 h 3870068"/>
              <a:gd name="csX3" fmla="*/ 391886 w 5714094"/>
              <a:gd name="csY3" fmla="*/ 70943 h 3870068"/>
              <a:gd name="csX4" fmla="*/ 515639 w 5714094"/>
              <a:gd name="csY4" fmla="*/ 112194 h 3870068"/>
              <a:gd name="csX5" fmla="*/ 550015 w 5714094"/>
              <a:gd name="csY5" fmla="*/ 125945 h 3870068"/>
              <a:gd name="csX6" fmla="*/ 721895 w 5714094"/>
              <a:gd name="csY6" fmla="*/ 242823 h 3870068"/>
              <a:gd name="csX7" fmla="*/ 880024 w 5714094"/>
              <a:gd name="csY7" fmla="*/ 414703 h 3870068"/>
              <a:gd name="csX8" fmla="*/ 928150 w 5714094"/>
              <a:gd name="csY8" fmla="*/ 462829 h 3870068"/>
              <a:gd name="csX9" fmla="*/ 1120656 w 5714094"/>
              <a:gd name="csY9" fmla="*/ 607208 h 3870068"/>
              <a:gd name="csX10" fmla="*/ 1203158 w 5714094"/>
              <a:gd name="csY10" fmla="*/ 662209 h 3870068"/>
              <a:gd name="csX11" fmla="*/ 1368162 w 5714094"/>
              <a:gd name="csY11" fmla="*/ 758462 h 3870068"/>
              <a:gd name="csX12" fmla="*/ 1402538 w 5714094"/>
              <a:gd name="csY12" fmla="*/ 785963 h 3870068"/>
              <a:gd name="csX13" fmla="*/ 1608794 w 5714094"/>
              <a:gd name="csY13" fmla="*/ 909716 h 3870068"/>
              <a:gd name="csX14" fmla="*/ 1670671 w 5714094"/>
              <a:gd name="csY14" fmla="*/ 964718 h 3870068"/>
              <a:gd name="csX15" fmla="*/ 1863176 w 5714094"/>
              <a:gd name="csY15" fmla="*/ 1081596 h 3870068"/>
              <a:gd name="csX16" fmla="*/ 1986929 w 5714094"/>
              <a:gd name="csY16" fmla="*/ 1205349 h 3870068"/>
              <a:gd name="csX17" fmla="*/ 2083182 w 5714094"/>
              <a:gd name="csY17" fmla="*/ 1246600 h 3870068"/>
              <a:gd name="csX18" fmla="*/ 2316938 w 5714094"/>
              <a:gd name="csY18" fmla="*/ 1425355 h 3870068"/>
              <a:gd name="csX19" fmla="*/ 2440692 w 5714094"/>
              <a:gd name="csY19" fmla="*/ 1514733 h 3870068"/>
              <a:gd name="csX20" fmla="*/ 2530069 w 5714094"/>
              <a:gd name="csY20" fmla="*/ 1576609 h 3870068"/>
              <a:gd name="csX21" fmla="*/ 2667573 w 5714094"/>
              <a:gd name="csY21" fmla="*/ 1672862 h 3870068"/>
              <a:gd name="csX22" fmla="*/ 2770701 w 5714094"/>
              <a:gd name="csY22" fmla="*/ 1741614 h 3870068"/>
              <a:gd name="csX23" fmla="*/ 2853203 w 5714094"/>
              <a:gd name="csY23" fmla="*/ 1803491 h 3870068"/>
              <a:gd name="csX24" fmla="*/ 3169462 w 5714094"/>
              <a:gd name="csY24" fmla="*/ 2002871 h 3870068"/>
              <a:gd name="csX25" fmla="*/ 3293215 w 5714094"/>
              <a:gd name="csY25" fmla="*/ 2099124 h 3870068"/>
              <a:gd name="csX26" fmla="*/ 3478845 w 5714094"/>
              <a:gd name="csY26" fmla="*/ 2202251 h 3870068"/>
              <a:gd name="csX27" fmla="*/ 3671350 w 5714094"/>
              <a:gd name="csY27" fmla="*/ 2339755 h 3870068"/>
              <a:gd name="csX28" fmla="*/ 3767603 w 5714094"/>
              <a:gd name="csY28" fmla="*/ 2401632 h 3870068"/>
              <a:gd name="csX29" fmla="*/ 3801979 w 5714094"/>
              <a:gd name="csY29" fmla="*/ 2436008 h 3870068"/>
              <a:gd name="csX30" fmla="*/ 3911982 w 5714094"/>
              <a:gd name="csY30" fmla="*/ 2511635 h 3870068"/>
              <a:gd name="csX31" fmla="*/ 4063236 w 5714094"/>
              <a:gd name="csY31" fmla="*/ 2621638 h 3870068"/>
              <a:gd name="csX32" fmla="*/ 4248866 w 5714094"/>
              <a:gd name="csY32" fmla="*/ 2724766 h 3870068"/>
              <a:gd name="csX33" fmla="*/ 4943260 w 5714094"/>
              <a:gd name="csY33" fmla="*/ 3109776 h 3870068"/>
              <a:gd name="csX34" fmla="*/ 5012012 w 5714094"/>
              <a:gd name="csY34" fmla="*/ 3178528 h 3870068"/>
              <a:gd name="csX35" fmla="*/ 5060138 w 5714094"/>
              <a:gd name="csY35" fmla="*/ 3206029 h 3870068"/>
              <a:gd name="csX36" fmla="*/ 5067013 w 5714094"/>
              <a:gd name="csY36" fmla="*/ 3233530 h 3870068"/>
              <a:gd name="csX37" fmla="*/ 5101389 w 5714094"/>
              <a:gd name="csY37" fmla="*/ 3288531 h 3870068"/>
              <a:gd name="csX38" fmla="*/ 5122015 w 5714094"/>
              <a:gd name="csY38" fmla="*/ 3329782 h 3870068"/>
              <a:gd name="csX39" fmla="*/ 5135765 w 5714094"/>
              <a:gd name="csY39" fmla="*/ 3350408 h 3870068"/>
              <a:gd name="csX40" fmla="*/ 5163266 w 5714094"/>
              <a:gd name="csY40" fmla="*/ 3398534 h 3870068"/>
              <a:gd name="csX41" fmla="*/ 5245768 w 5714094"/>
              <a:gd name="csY41" fmla="*/ 3494787 h 3870068"/>
              <a:gd name="csX42" fmla="*/ 5266394 w 5714094"/>
              <a:gd name="csY42" fmla="*/ 3522288 h 3870068"/>
              <a:gd name="csX43" fmla="*/ 5369522 w 5714094"/>
              <a:gd name="csY43" fmla="*/ 3563539 h 3870068"/>
              <a:gd name="csX44" fmla="*/ 5410773 w 5714094"/>
              <a:gd name="csY44" fmla="*/ 3604790 h 3870068"/>
              <a:gd name="csX45" fmla="*/ 5438274 w 5714094"/>
              <a:gd name="csY45" fmla="*/ 3625415 h 3870068"/>
              <a:gd name="csX46" fmla="*/ 5458899 w 5714094"/>
              <a:gd name="csY46" fmla="*/ 3652916 h 3870068"/>
              <a:gd name="csX47" fmla="*/ 5527651 w 5714094"/>
              <a:gd name="csY47" fmla="*/ 3714793 h 3870068"/>
              <a:gd name="csX48" fmla="*/ 5713281 w 5714094"/>
              <a:gd name="csY48" fmla="*/ 3866047 h 3870068"/>
              <a:gd name="csX49" fmla="*/ 5672030 w 5714094"/>
              <a:gd name="csY49" fmla="*/ 3852297 h 3870068"/>
              <a:gd name="csX50" fmla="*/ 5637654 w 5714094"/>
              <a:gd name="csY50" fmla="*/ 3824796 h 3870068"/>
              <a:gd name="csX51" fmla="*/ 5617028 w 5714094"/>
              <a:gd name="csY51" fmla="*/ 3811045 h 3870068"/>
              <a:gd name="csX52" fmla="*/ 5596403 w 5714094"/>
              <a:gd name="csY52" fmla="*/ 3783545 h 3870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5714094" h="3870068">
                <a:moveTo>
                  <a:pt x="0" y="9067"/>
                </a:moveTo>
                <a:cubicBezTo>
                  <a:pt x="80868" y="-7109"/>
                  <a:pt x="26519" y="328"/>
                  <a:pt x="178755" y="15942"/>
                </a:cubicBezTo>
                <a:lnTo>
                  <a:pt x="302508" y="29692"/>
                </a:lnTo>
                <a:cubicBezTo>
                  <a:pt x="332301" y="43442"/>
                  <a:pt x="361286" y="59098"/>
                  <a:pt x="391886" y="70943"/>
                </a:cubicBezTo>
                <a:cubicBezTo>
                  <a:pt x="432436" y="86640"/>
                  <a:pt x="474570" y="97909"/>
                  <a:pt x="515639" y="112194"/>
                </a:cubicBezTo>
                <a:cubicBezTo>
                  <a:pt x="527295" y="116248"/>
                  <a:pt x="539126" y="120137"/>
                  <a:pt x="550015" y="125945"/>
                </a:cubicBezTo>
                <a:cubicBezTo>
                  <a:pt x="605864" y="155732"/>
                  <a:pt x="676099" y="204660"/>
                  <a:pt x="721895" y="242823"/>
                </a:cubicBezTo>
                <a:cubicBezTo>
                  <a:pt x="781133" y="292189"/>
                  <a:pt x="826517" y="361196"/>
                  <a:pt x="880024" y="414703"/>
                </a:cubicBezTo>
                <a:cubicBezTo>
                  <a:pt x="896066" y="430745"/>
                  <a:pt x="910721" y="448305"/>
                  <a:pt x="928150" y="462829"/>
                </a:cubicBezTo>
                <a:cubicBezTo>
                  <a:pt x="1166975" y="661848"/>
                  <a:pt x="1014876" y="538762"/>
                  <a:pt x="1120656" y="607208"/>
                </a:cubicBezTo>
                <a:cubicBezTo>
                  <a:pt x="1148405" y="625163"/>
                  <a:pt x="1174956" y="644974"/>
                  <a:pt x="1203158" y="662209"/>
                </a:cubicBezTo>
                <a:cubicBezTo>
                  <a:pt x="1257491" y="695413"/>
                  <a:pt x="1314061" y="724882"/>
                  <a:pt x="1368162" y="758462"/>
                </a:cubicBezTo>
                <a:cubicBezTo>
                  <a:pt x="1380630" y="766201"/>
                  <a:pt x="1390114" y="778154"/>
                  <a:pt x="1402538" y="785963"/>
                </a:cubicBezTo>
                <a:cubicBezTo>
                  <a:pt x="1470420" y="828631"/>
                  <a:pt x="1548868" y="856449"/>
                  <a:pt x="1608794" y="909716"/>
                </a:cubicBezTo>
                <a:cubicBezTo>
                  <a:pt x="1629420" y="928050"/>
                  <a:pt x="1648017" y="948959"/>
                  <a:pt x="1670671" y="964718"/>
                </a:cubicBezTo>
                <a:cubicBezTo>
                  <a:pt x="1768272" y="1032614"/>
                  <a:pt x="1768630" y="1005959"/>
                  <a:pt x="1863176" y="1081596"/>
                </a:cubicBezTo>
                <a:cubicBezTo>
                  <a:pt x="1993217" y="1185629"/>
                  <a:pt x="1774944" y="1066744"/>
                  <a:pt x="1986929" y="1205349"/>
                </a:cubicBezTo>
                <a:cubicBezTo>
                  <a:pt x="2016145" y="1224452"/>
                  <a:pt x="2054138" y="1227237"/>
                  <a:pt x="2083182" y="1246600"/>
                </a:cubicBezTo>
                <a:cubicBezTo>
                  <a:pt x="2164798" y="1301011"/>
                  <a:pt x="2238466" y="1366501"/>
                  <a:pt x="2316938" y="1425355"/>
                </a:cubicBezTo>
                <a:cubicBezTo>
                  <a:pt x="2357646" y="1455886"/>
                  <a:pt x="2399195" y="1485284"/>
                  <a:pt x="2440692" y="1514733"/>
                </a:cubicBezTo>
                <a:cubicBezTo>
                  <a:pt x="2470242" y="1535704"/>
                  <a:pt x="2500342" y="1555890"/>
                  <a:pt x="2530069" y="1576609"/>
                </a:cubicBezTo>
                <a:lnTo>
                  <a:pt x="2667573" y="1672862"/>
                </a:lnTo>
                <a:cubicBezTo>
                  <a:pt x="2701647" y="1696227"/>
                  <a:pt x="2737649" y="1716825"/>
                  <a:pt x="2770701" y="1741614"/>
                </a:cubicBezTo>
                <a:cubicBezTo>
                  <a:pt x="2798202" y="1762240"/>
                  <a:pt x="2824449" y="1784652"/>
                  <a:pt x="2853203" y="1803491"/>
                </a:cubicBezTo>
                <a:cubicBezTo>
                  <a:pt x="2957443" y="1871786"/>
                  <a:pt x="3073011" y="1923956"/>
                  <a:pt x="3169462" y="2002871"/>
                </a:cubicBezTo>
                <a:cubicBezTo>
                  <a:pt x="3192752" y="2021927"/>
                  <a:pt x="3259496" y="2079290"/>
                  <a:pt x="3293215" y="2099124"/>
                </a:cubicBezTo>
                <a:cubicBezTo>
                  <a:pt x="3354226" y="2135013"/>
                  <a:pt x="3419127" y="2164249"/>
                  <a:pt x="3478845" y="2202251"/>
                </a:cubicBezTo>
                <a:cubicBezTo>
                  <a:pt x="3545373" y="2244587"/>
                  <a:pt x="3606459" y="2294949"/>
                  <a:pt x="3671350" y="2339755"/>
                </a:cubicBezTo>
                <a:cubicBezTo>
                  <a:pt x="3702737" y="2361427"/>
                  <a:pt x="3736896" y="2379006"/>
                  <a:pt x="3767603" y="2401632"/>
                </a:cubicBezTo>
                <a:cubicBezTo>
                  <a:pt x="3780649" y="2411245"/>
                  <a:pt x="3789089" y="2426187"/>
                  <a:pt x="3801979" y="2436008"/>
                </a:cubicBezTo>
                <a:cubicBezTo>
                  <a:pt x="3837374" y="2462975"/>
                  <a:pt x="3875709" y="2485862"/>
                  <a:pt x="3911982" y="2511635"/>
                </a:cubicBezTo>
                <a:cubicBezTo>
                  <a:pt x="3962802" y="2547744"/>
                  <a:pt x="4006267" y="2596319"/>
                  <a:pt x="4063236" y="2621638"/>
                </a:cubicBezTo>
                <a:cubicBezTo>
                  <a:pt x="4386589" y="2765349"/>
                  <a:pt x="4049641" y="2603718"/>
                  <a:pt x="4248866" y="2724766"/>
                </a:cubicBezTo>
                <a:cubicBezTo>
                  <a:pt x="4701070" y="2999523"/>
                  <a:pt x="4604025" y="2945630"/>
                  <a:pt x="4943260" y="3109776"/>
                </a:cubicBezTo>
                <a:cubicBezTo>
                  <a:pt x="4966177" y="3132693"/>
                  <a:pt x="4986994" y="3157925"/>
                  <a:pt x="5012012" y="3178528"/>
                </a:cubicBezTo>
                <a:cubicBezTo>
                  <a:pt x="5026275" y="3190274"/>
                  <a:pt x="5047073" y="3192964"/>
                  <a:pt x="5060138" y="3206029"/>
                </a:cubicBezTo>
                <a:cubicBezTo>
                  <a:pt x="5066819" y="3212711"/>
                  <a:pt x="5062787" y="3225078"/>
                  <a:pt x="5067013" y="3233530"/>
                </a:cubicBezTo>
                <a:cubicBezTo>
                  <a:pt x="5076682" y="3252868"/>
                  <a:pt x="5090662" y="3269760"/>
                  <a:pt x="5101389" y="3288531"/>
                </a:cubicBezTo>
                <a:cubicBezTo>
                  <a:pt x="5109016" y="3301879"/>
                  <a:pt x="5114549" y="3316343"/>
                  <a:pt x="5122015" y="3329782"/>
                </a:cubicBezTo>
                <a:cubicBezTo>
                  <a:pt x="5126028" y="3337005"/>
                  <a:pt x="5131514" y="3343323"/>
                  <a:pt x="5135765" y="3350408"/>
                </a:cubicBezTo>
                <a:cubicBezTo>
                  <a:pt x="5145271" y="3366251"/>
                  <a:pt x="5152068" y="3383837"/>
                  <a:pt x="5163266" y="3398534"/>
                </a:cubicBezTo>
                <a:cubicBezTo>
                  <a:pt x="5188876" y="3432147"/>
                  <a:pt x="5218715" y="3462324"/>
                  <a:pt x="5245768" y="3494787"/>
                </a:cubicBezTo>
                <a:cubicBezTo>
                  <a:pt x="5253104" y="3503590"/>
                  <a:pt x="5256377" y="3516723"/>
                  <a:pt x="5266394" y="3522288"/>
                </a:cubicBezTo>
                <a:cubicBezTo>
                  <a:pt x="5298759" y="3540268"/>
                  <a:pt x="5335146" y="3549789"/>
                  <a:pt x="5369522" y="3563539"/>
                </a:cubicBezTo>
                <a:cubicBezTo>
                  <a:pt x="5383272" y="3577289"/>
                  <a:pt x="5395216" y="3593123"/>
                  <a:pt x="5410773" y="3604790"/>
                </a:cubicBezTo>
                <a:cubicBezTo>
                  <a:pt x="5419940" y="3611665"/>
                  <a:pt x="5430172" y="3617313"/>
                  <a:pt x="5438274" y="3625415"/>
                </a:cubicBezTo>
                <a:cubicBezTo>
                  <a:pt x="5446376" y="3633517"/>
                  <a:pt x="5451234" y="3644399"/>
                  <a:pt x="5458899" y="3652916"/>
                </a:cubicBezTo>
                <a:cubicBezTo>
                  <a:pt x="5487855" y="3685089"/>
                  <a:pt x="5496613" y="3692623"/>
                  <a:pt x="5527651" y="3714793"/>
                </a:cubicBezTo>
                <a:cubicBezTo>
                  <a:pt x="5554673" y="3734095"/>
                  <a:pt x="5689872" y="3819230"/>
                  <a:pt x="5713281" y="3866047"/>
                </a:cubicBezTo>
                <a:cubicBezTo>
                  <a:pt x="5719763" y="3879011"/>
                  <a:pt x="5685780" y="3856880"/>
                  <a:pt x="5672030" y="3852297"/>
                </a:cubicBezTo>
                <a:cubicBezTo>
                  <a:pt x="5660571" y="3843130"/>
                  <a:pt x="5649393" y="3833601"/>
                  <a:pt x="5637654" y="3824796"/>
                </a:cubicBezTo>
                <a:cubicBezTo>
                  <a:pt x="5631043" y="3819838"/>
                  <a:pt x="5622871" y="3816888"/>
                  <a:pt x="5617028" y="3811045"/>
                </a:cubicBezTo>
                <a:cubicBezTo>
                  <a:pt x="5608926" y="3802943"/>
                  <a:pt x="5603278" y="3792712"/>
                  <a:pt x="5596403" y="3783545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pic>
        <p:nvPicPr>
          <p:cNvPr id="15" name="Imatge 14">
            <a:extLst>
              <a:ext uri="{FF2B5EF4-FFF2-40B4-BE49-F238E27FC236}">
                <a16:creationId xmlns:a16="http://schemas.microsoft.com/office/drawing/2014/main" id="{3B6F2C4D-D5B6-FE80-297C-67E69B2FD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254" y="1905691"/>
            <a:ext cx="1085182" cy="1085182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B5864DF6-9A84-23D5-7597-664F15904B78}"/>
              </a:ext>
            </a:extLst>
          </p:cNvPr>
          <p:cNvSpPr/>
          <p:nvPr/>
        </p:nvSpPr>
        <p:spPr>
          <a:xfrm>
            <a:off x="1153375" y="673433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FF17401-E614-BD96-8C98-69E8889342A8}"/>
              </a:ext>
            </a:extLst>
          </p:cNvPr>
          <p:cNvSpPr/>
          <p:nvPr/>
        </p:nvSpPr>
        <p:spPr>
          <a:xfrm>
            <a:off x="3858967" y="2246553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8D79CF6-786E-6717-9B2B-15711ED98BEE}"/>
              </a:ext>
            </a:extLst>
          </p:cNvPr>
          <p:cNvSpPr/>
          <p:nvPr/>
        </p:nvSpPr>
        <p:spPr>
          <a:xfrm>
            <a:off x="2719038" y="1189431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EF32CC-F4A7-016C-B7B1-119212925EC0}"/>
              </a:ext>
            </a:extLst>
          </p:cNvPr>
          <p:cNvSpPr/>
          <p:nvPr/>
        </p:nvSpPr>
        <p:spPr>
          <a:xfrm>
            <a:off x="3981408" y="3217447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AE0362B-29FB-3679-54E1-FC5BED0A5708}"/>
              </a:ext>
            </a:extLst>
          </p:cNvPr>
          <p:cNvSpPr/>
          <p:nvPr/>
        </p:nvSpPr>
        <p:spPr>
          <a:xfrm>
            <a:off x="1794869" y="2344809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2E797B-98B6-1904-94E9-16030300F940}"/>
              </a:ext>
            </a:extLst>
          </p:cNvPr>
          <p:cNvSpPr/>
          <p:nvPr/>
        </p:nvSpPr>
        <p:spPr>
          <a:xfrm>
            <a:off x="2803859" y="2295952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C740453-DBBF-08BC-D958-5EBD603EFA6B}"/>
              </a:ext>
            </a:extLst>
          </p:cNvPr>
          <p:cNvSpPr/>
          <p:nvPr/>
        </p:nvSpPr>
        <p:spPr>
          <a:xfrm>
            <a:off x="757497" y="1143712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A3C02DA-55DF-15D6-A79F-9654BCC73A0B}"/>
              </a:ext>
            </a:extLst>
          </p:cNvPr>
          <p:cNvSpPr/>
          <p:nvPr/>
        </p:nvSpPr>
        <p:spPr>
          <a:xfrm>
            <a:off x="159176" y="696292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pic>
        <p:nvPicPr>
          <p:cNvPr id="25" name="Imatge 24">
            <a:extLst>
              <a:ext uri="{FF2B5EF4-FFF2-40B4-BE49-F238E27FC236}">
                <a16:creationId xmlns:a16="http://schemas.microsoft.com/office/drawing/2014/main" id="{1C776EC5-5BB2-69A0-210F-D2661BE6B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341" y="2492557"/>
            <a:ext cx="1102335" cy="1102335"/>
          </a:xfrm>
          <a:prstGeom prst="rect">
            <a:avLst/>
          </a:prstGeom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252C9B26-704B-1254-C1BC-FBC91EEAA9F4}"/>
              </a:ext>
            </a:extLst>
          </p:cNvPr>
          <p:cNvSpPr/>
          <p:nvPr/>
        </p:nvSpPr>
        <p:spPr>
          <a:xfrm>
            <a:off x="370031" y="479355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21A22FF-7FE8-2A7C-8D56-E288304C7701}"/>
              </a:ext>
            </a:extLst>
          </p:cNvPr>
          <p:cNvSpPr/>
          <p:nvPr/>
        </p:nvSpPr>
        <p:spPr>
          <a:xfrm>
            <a:off x="588993" y="182497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A90DD60-FA77-BC4C-8DF3-10650A455E2A}"/>
              </a:ext>
            </a:extLst>
          </p:cNvPr>
          <p:cNvSpPr/>
          <p:nvPr/>
        </p:nvSpPr>
        <p:spPr>
          <a:xfrm>
            <a:off x="989043" y="878181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29542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53D4F99F-204B-4C75-E6A0-5E629E5A2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A10E7E-986D-1F27-FDE7-67175E5C2D6A}"/>
              </a:ext>
            </a:extLst>
          </p:cNvPr>
          <p:cNvSpPr/>
          <p:nvPr/>
        </p:nvSpPr>
        <p:spPr>
          <a:xfrm>
            <a:off x="135732" y="4159044"/>
            <a:ext cx="2075592" cy="9020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pic>
        <p:nvPicPr>
          <p:cNvPr id="143" name="Google Shape;143;p23">
            <a:extLst>
              <a:ext uri="{FF2B5EF4-FFF2-40B4-BE49-F238E27FC236}">
                <a16:creationId xmlns:a16="http://schemas.microsoft.com/office/drawing/2014/main" id="{8058E7A5-4453-229C-13E4-D9C6ACC97D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716787">
            <a:off x="295019" y="333827"/>
            <a:ext cx="761387" cy="77493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4EFC711-0E1C-959F-1022-531D9D3B6F39}"/>
              </a:ext>
            </a:extLst>
          </p:cNvPr>
          <p:cNvSpPr/>
          <p:nvPr/>
        </p:nvSpPr>
        <p:spPr>
          <a:xfrm>
            <a:off x="2211324" y="1805459"/>
            <a:ext cx="45719" cy="4571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Google Shape;499;p31">
            <a:extLst>
              <a:ext uri="{FF2B5EF4-FFF2-40B4-BE49-F238E27FC236}">
                <a16:creationId xmlns:a16="http://schemas.microsoft.com/office/drawing/2014/main" id="{FBB72015-FE64-C77A-5A0F-7979F59D70B1}"/>
              </a:ext>
            </a:extLst>
          </p:cNvPr>
          <p:cNvSpPr/>
          <p:nvPr/>
        </p:nvSpPr>
        <p:spPr>
          <a:xfrm>
            <a:off x="3207998" y="179148"/>
            <a:ext cx="5615134" cy="51633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0" dirty="0">
                <a:solidFill>
                  <a:srgbClr val="C00000"/>
                </a:solidFill>
              </a:rPr>
              <a:t>Tile-Computation: </a:t>
            </a:r>
            <a:r>
              <a:rPr lang="en-US" sz="2000" dirty="0">
                <a:solidFill>
                  <a:srgbClr val="C00000"/>
                </a:solidFill>
              </a:rPr>
              <a:t>orchestrate </a:t>
            </a:r>
            <a:r>
              <a:rPr lang="en-US" sz="2000" noProof="0" dirty="0">
                <a:solidFill>
                  <a:srgbClr val="C00000"/>
                </a:solidFill>
              </a:rPr>
              <a:t>optimal sequence of tile computations</a:t>
            </a:r>
            <a:endParaRPr lang="en-US" sz="2000" b="1" noProof="0" dirty="0">
              <a:solidFill>
                <a:srgbClr val="C00000"/>
              </a:solidFill>
            </a:endParaRPr>
          </a:p>
        </p:txBody>
      </p:sp>
      <p:sp>
        <p:nvSpPr>
          <p:cNvPr id="12" name="Google Shape;499;p31">
            <a:extLst>
              <a:ext uri="{FF2B5EF4-FFF2-40B4-BE49-F238E27FC236}">
                <a16:creationId xmlns:a16="http://schemas.microsoft.com/office/drawing/2014/main" id="{9DBC2E79-2E0C-C626-2A58-DFE431DE506D}"/>
              </a:ext>
            </a:extLst>
          </p:cNvPr>
          <p:cNvSpPr/>
          <p:nvPr/>
        </p:nvSpPr>
        <p:spPr>
          <a:xfrm>
            <a:off x="4713584" y="1052885"/>
            <a:ext cx="3938987" cy="303536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noProof="0" dirty="0">
                <a:solidFill>
                  <a:srgbClr val="007E39"/>
                </a:solidFill>
              </a:rPr>
              <a:t>1</a:t>
            </a:r>
            <a:r>
              <a:rPr lang="en-US" sz="2000" noProof="0" dirty="0">
                <a:solidFill>
                  <a:srgbClr val="007E39"/>
                </a:solidFill>
              </a:rPr>
              <a:t>: promising cost is actual cost + minimum cost to reach final matrix corner</a:t>
            </a:r>
          </a:p>
          <a:p>
            <a:pPr marL="0" lvl="0" indent="0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7E39"/>
                </a:solidFill>
              </a:rPr>
              <a:t>2</a:t>
            </a:r>
            <a:r>
              <a:rPr lang="en-US" sz="2000" dirty="0">
                <a:solidFill>
                  <a:srgbClr val="007E39"/>
                </a:solidFill>
              </a:rPr>
              <a:t>: starting in an advanced position in a certain super-antidiagonal can be tricky: must consider best and worst cases</a:t>
            </a:r>
            <a:endParaRPr lang="en-US" sz="2000" noProof="0" dirty="0">
              <a:solidFill>
                <a:srgbClr val="007E39"/>
              </a:solidFill>
            </a:endParaRPr>
          </a:p>
        </p:txBody>
      </p:sp>
      <p:pic>
        <p:nvPicPr>
          <p:cNvPr id="13" name="Google Shape;143;p23">
            <a:extLst>
              <a:ext uri="{FF2B5EF4-FFF2-40B4-BE49-F238E27FC236}">
                <a16:creationId xmlns:a16="http://schemas.microsoft.com/office/drawing/2014/main" id="{75C75B2B-1874-04AB-CAB1-16394103387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716787">
            <a:off x="855947" y="847396"/>
            <a:ext cx="761387" cy="7749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nector recte 3">
            <a:extLst>
              <a:ext uri="{FF2B5EF4-FFF2-40B4-BE49-F238E27FC236}">
                <a16:creationId xmlns:a16="http://schemas.microsoft.com/office/drawing/2014/main" id="{F1379FE6-9BED-883F-8FEB-9AFE3695C170}"/>
              </a:ext>
            </a:extLst>
          </p:cNvPr>
          <p:cNvCxnSpPr/>
          <p:nvPr/>
        </p:nvCxnSpPr>
        <p:spPr>
          <a:xfrm>
            <a:off x="1767498" y="1222145"/>
            <a:ext cx="570160" cy="5135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recte 4">
            <a:extLst>
              <a:ext uri="{FF2B5EF4-FFF2-40B4-BE49-F238E27FC236}">
                <a16:creationId xmlns:a16="http://schemas.microsoft.com/office/drawing/2014/main" id="{0B5AB8D0-0583-23EF-ECAB-568218C02AA7}"/>
              </a:ext>
            </a:extLst>
          </p:cNvPr>
          <p:cNvCxnSpPr/>
          <p:nvPr/>
        </p:nvCxnSpPr>
        <p:spPr>
          <a:xfrm>
            <a:off x="1293640" y="1766428"/>
            <a:ext cx="570160" cy="5135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recte 5">
            <a:extLst>
              <a:ext uri="{FF2B5EF4-FFF2-40B4-BE49-F238E27FC236}">
                <a16:creationId xmlns:a16="http://schemas.microsoft.com/office/drawing/2014/main" id="{EB965F3B-F94D-F86C-9340-AA8349194994}"/>
              </a:ext>
            </a:extLst>
          </p:cNvPr>
          <p:cNvCxnSpPr>
            <a:cxnSpLocks/>
          </p:cNvCxnSpPr>
          <p:nvPr/>
        </p:nvCxnSpPr>
        <p:spPr>
          <a:xfrm flipH="1">
            <a:off x="1863800" y="1731116"/>
            <a:ext cx="473858" cy="548881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rida: línia corbada 7">
            <a:extLst>
              <a:ext uri="{FF2B5EF4-FFF2-40B4-BE49-F238E27FC236}">
                <a16:creationId xmlns:a16="http://schemas.microsoft.com/office/drawing/2014/main" id="{386D838D-A5BB-A7D3-0F13-D1B138307BFC}"/>
              </a:ext>
            </a:extLst>
          </p:cNvPr>
          <p:cNvSpPr/>
          <p:nvPr/>
        </p:nvSpPr>
        <p:spPr>
          <a:xfrm>
            <a:off x="2835497" y="1291890"/>
            <a:ext cx="1085311" cy="513569"/>
          </a:xfrm>
          <a:prstGeom prst="borderCallout2">
            <a:avLst>
              <a:gd name="adj1" fmla="val 18750"/>
              <a:gd name="adj2" fmla="val -8333"/>
              <a:gd name="adj3" fmla="val 28867"/>
              <a:gd name="adj4" fmla="val -25532"/>
              <a:gd name="adj5" fmla="val 82634"/>
              <a:gd name="adj6" fmla="val -42319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b</a:t>
            </a:r>
            <a:r>
              <a:rPr lang="en-US" b="1" noProof="0" dirty="0">
                <a:solidFill>
                  <a:srgbClr val="002060"/>
                </a:solidFill>
              </a:rPr>
              <a:t>est</a:t>
            </a:r>
            <a:r>
              <a:rPr lang="en-US" noProof="0" dirty="0">
                <a:solidFill>
                  <a:srgbClr val="002060"/>
                </a:solidFill>
              </a:rPr>
              <a:t> cost from </a:t>
            </a:r>
            <a:r>
              <a:rPr lang="en-US" b="1" noProof="0" dirty="0">
                <a:solidFill>
                  <a:srgbClr val="002060"/>
                </a:solidFill>
              </a:rPr>
              <a:t>right</a:t>
            </a:r>
          </a:p>
        </p:txBody>
      </p:sp>
      <p:sp>
        <p:nvSpPr>
          <p:cNvPr id="15" name="Crida: línia corbada 14">
            <a:extLst>
              <a:ext uri="{FF2B5EF4-FFF2-40B4-BE49-F238E27FC236}">
                <a16:creationId xmlns:a16="http://schemas.microsoft.com/office/drawing/2014/main" id="{A434385C-152A-9DAA-6BAC-F6270A62B567}"/>
              </a:ext>
            </a:extLst>
          </p:cNvPr>
          <p:cNvSpPr/>
          <p:nvPr/>
        </p:nvSpPr>
        <p:spPr>
          <a:xfrm>
            <a:off x="491429" y="2571750"/>
            <a:ext cx="1012382" cy="516330"/>
          </a:xfrm>
          <a:prstGeom prst="borderCallout2">
            <a:avLst>
              <a:gd name="adj1" fmla="val -10956"/>
              <a:gd name="adj2" fmla="val 60281"/>
              <a:gd name="adj3" fmla="val -42948"/>
              <a:gd name="adj4" fmla="val 74286"/>
              <a:gd name="adj5" fmla="val -56598"/>
              <a:gd name="adj6" fmla="val 13470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b</a:t>
            </a:r>
            <a:r>
              <a:rPr lang="en-US" b="1" noProof="0" dirty="0">
                <a:solidFill>
                  <a:srgbClr val="002060"/>
                </a:solidFill>
              </a:rPr>
              <a:t>est</a:t>
            </a:r>
            <a:r>
              <a:rPr lang="en-US" noProof="0" dirty="0">
                <a:solidFill>
                  <a:srgbClr val="002060"/>
                </a:solidFill>
              </a:rPr>
              <a:t> cost from </a:t>
            </a:r>
            <a:r>
              <a:rPr lang="en-US" b="1" noProof="0" dirty="0">
                <a:solidFill>
                  <a:srgbClr val="002060"/>
                </a:solidFill>
              </a:rPr>
              <a:t>left</a:t>
            </a:r>
          </a:p>
        </p:txBody>
      </p:sp>
      <p:sp>
        <p:nvSpPr>
          <p:cNvPr id="16" name="Crida: línia corbada 15">
            <a:extLst>
              <a:ext uri="{FF2B5EF4-FFF2-40B4-BE49-F238E27FC236}">
                <a16:creationId xmlns:a16="http://schemas.microsoft.com/office/drawing/2014/main" id="{960B9A8C-23A8-790B-4378-11AEDE1A4FCA}"/>
              </a:ext>
            </a:extLst>
          </p:cNvPr>
          <p:cNvSpPr/>
          <p:nvPr/>
        </p:nvSpPr>
        <p:spPr>
          <a:xfrm>
            <a:off x="1827877" y="2744693"/>
            <a:ext cx="1482047" cy="699177"/>
          </a:xfrm>
          <a:prstGeom prst="borderCallout2">
            <a:avLst>
              <a:gd name="adj1" fmla="val -10956"/>
              <a:gd name="adj2" fmla="val 60281"/>
              <a:gd name="adj3" fmla="val -67212"/>
              <a:gd name="adj4" fmla="val 55936"/>
              <a:gd name="adj5" fmla="val -114538"/>
              <a:gd name="adj6" fmla="val 25936"/>
            </a:avLst>
          </a:prstGeom>
          <a:solidFill>
            <a:srgbClr val="ECDFF5"/>
          </a:solidFill>
          <a:ln w="12700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rgbClr val="7030A0"/>
                </a:solidFill>
              </a:rPr>
              <a:t>best &amp; worst </a:t>
            </a:r>
            <a:r>
              <a:rPr lang="en-US" b="1" noProof="0" dirty="0">
                <a:solidFill>
                  <a:srgbClr val="7030A0"/>
                </a:solidFill>
              </a:rPr>
              <a:t>promising cost</a:t>
            </a:r>
          </a:p>
        </p:txBody>
      </p:sp>
      <p:sp>
        <p:nvSpPr>
          <p:cNvPr id="18" name="Crida: línia corbada 17">
            <a:extLst>
              <a:ext uri="{FF2B5EF4-FFF2-40B4-BE49-F238E27FC236}">
                <a16:creationId xmlns:a16="http://schemas.microsoft.com/office/drawing/2014/main" id="{F50ADA6F-FE03-703E-8F6E-16E62F2977D2}"/>
              </a:ext>
            </a:extLst>
          </p:cNvPr>
          <p:cNvSpPr/>
          <p:nvPr/>
        </p:nvSpPr>
        <p:spPr>
          <a:xfrm>
            <a:off x="2474751" y="565489"/>
            <a:ext cx="1085311" cy="513569"/>
          </a:xfrm>
          <a:prstGeom prst="borderCallout2">
            <a:avLst>
              <a:gd name="adj1" fmla="val 62401"/>
              <a:gd name="adj2" fmla="val -6702"/>
              <a:gd name="adj3" fmla="val 64477"/>
              <a:gd name="adj4" fmla="val -30968"/>
              <a:gd name="adj5" fmla="val 123987"/>
              <a:gd name="adj6" fmla="val -64062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b</a:t>
            </a:r>
            <a:r>
              <a:rPr lang="en-US" b="1" noProof="0" dirty="0">
                <a:solidFill>
                  <a:srgbClr val="002060"/>
                </a:solidFill>
              </a:rPr>
              <a:t>est</a:t>
            </a:r>
            <a:r>
              <a:rPr lang="en-US" noProof="0" dirty="0">
                <a:solidFill>
                  <a:srgbClr val="002060"/>
                </a:solidFill>
              </a:rPr>
              <a:t> cost from </a:t>
            </a:r>
            <a:r>
              <a:rPr lang="en-US" b="1" noProof="0" dirty="0">
                <a:solidFill>
                  <a:srgbClr val="002060"/>
                </a:solidFill>
              </a:rPr>
              <a:t>right</a:t>
            </a:r>
          </a:p>
        </p:txBody>
      </p:sp>
      <p:sp>
        <p:nvSpPr>
          <p:cNvPr id="19" name="Crida: línia corbada 18">
            <a:extLst>
              <a:ext uri="{FF2B5EF4-FFF2-40B4-BE49-F238E27FC236}">
                <a16:creationId xmlns:a16="http://schemas.microsoft.com/office/drawing/2014/main" id="{7AFABC02-D7FF-B30D-EBF8-84D3DF4DE037}"/>
              </a:ext>
            </a:extLst>
          </p:cNvPr>
          <p:cNvSpPr/>
          <p:nvPr/>
        </p:nvSpPr>
        <p:spPr>
          <a:xfrm>
            <a:off x="1293640" y="99176"/>
            <a:ext cx="1085311" cy="513569"/>
          </a:xfrm>
          <a:prstGeom prst="borderCallout2">
            <a:avLst>
              <a:gd name="adj1" fmla="val 102605"/>
              <a:gd name="adj2" fmla="val 40044"/>
              <a:gd name="adj3" fmla="val 119615"/>
              <a:gd name="adj4" fmla="val 29911"/>
              <a:gd name="adj5" fmla="val 117095"/>
              <a:gd name="adj6" fmla="val -535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b</a:t>
            </a:r>
            <a:r>
              <a:rPr lang="en-US" b="1" noProof="0" dirty="0">
                <a:solidFill>
                  <a:srgbClr val="002060"/>
                </a:solidFill>
              </a:rPr>
              <a:t>est</a:t>
            </a:r>
            <a:r>
              <a:rPr lang="en-US" noProof="0" dirty="0">
                <a:solidFill>
                  <a:srgbClr val="002060"/>
                </a:solidFill>
              </a:rPr>
              <a:t> cost from </a:t>
            </a:r>
            <a:r>
              <a:rPr lang="en-US" b="1" noProof="0" dirty="0">
                <a:solidFill>
                  <a:srgbClr val="002060"/>
                </a:solidFill>
              </a:rPr>
              <a:t>right</a:t>
            </a:r>
          </a:p>
        </p:txBody>
      </p:sp>
      <p:sp>
        <p:nvSpPr>
          <p:cNvPr id="20" name="Crida: línia corbada 19">
            <a:extLst>
              <a:ext uri="{FF2B5EF4-FFF2-40B4-BE49-F238E27FC236}">
                <a16:creationId xmlns:a16="http://schemas.microsoft.com/office/drawing/2014/main" id="{BEA352C5-2979-F085-6D79-10A3CFB8C9A3}"/>
              </a:ext>
            </a:extLst>
          </p:cNvPr>
          <p:cNvSpPr/>
          <p:nvPr/>
        </p:nvSpPr>
        <p:spPr>
          <a:xfrm>
            <a:off x="107496" y="1840872"/>
            <a:ext cx="1012382" cy="516330"/>
          </a:xfrm>
          <a:prstGeom prst="borderCallout2">
            <a:avLst>
              <a:gd name="adj1" fmla="val -10956"/>
              <a:gd name="adj2" fmla="val 60281"/>
              <a:gd name="adj3" fmla="val -32665"/>
              <a:gd name="adj4" fmla="val 76617"/>
              <a:gd name="adj5" fmla="val -16608"/>
              <a:gd name="adj6" fmla="val 11547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b</a:t>
            </a:r>
            <a:r>
              <a:rPr lang="en-US" b="1" noProof="0" dirty="0">
                <a:solidFill>
                  <a:srgbClr val="002060"/>
                </a:solidFill>
              </a:rPr>
              <a:t>est</a:t>
            </a:r>
            <a:r>
              <a:rPr lang="en-US" noProof="0" dirty="0">
                <a:solidFill>
                  <a:srgbClr val="002060"/>
                </a:solidFill>
              </a:rPr>
              <a:t> cost from </a:t>
            </a:r>
            <a:r>
              <a:rPr lang="en-US" b="1" noProof="0" dirty="0">
                <a:solidFill>
                  <a:srgbClr val="002060"/>
                </a:solidFill>
              </a:rPr>
              <a:t>left</a:t>
            </a:r>
          </a:p>
        </p:txBody>
      </p:sp>
    </p:spTree>
    <p:extLst>
      <p:ext uri="{BB962C8B-B14F-4D97-AF65-F5344CB8AC3E}">
        <p14:creationId xmlns:p14="http://schemas.microsoft.com/office/powerpoint/2010/main" val="162715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039A3B1A-79CA-50F7-AB5B-57680511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tge 15">
            <a:extLst>
              <a:ext uri="{FF2B5EF4-FFF2-40B4-BE49-F238E27FC236}">
                <a16:creationId xmlns:a16="http://schemas.microsoft.com/office/drawing/2014/main" id="{31AC98F2-2C87-2F93-C335-733CEB64C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62" y="258130"/>
            <a:ext cx="7757170" cy="476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167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37A7B3D6-E151-D3E4-4E53-C084F7FDF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tge 2">
            <a:extLst>
              <a:ext uri="{FF2B5EF4-FFF2-40B4-BE49-F238E27FC236}">
                <a16:creationId xmlns:a16="http://schemas.microsoft.com/office/drawing/2014/main" id="{8ADEBFCF-3EC1-D1E3-1453-B97F10569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5552"/>
            <a:ext cx="9144000" cy="42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06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7894D99B-8D20-B6FF-3886-716DDCDF9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tge 3">
            <a:extLst>
              <a:ext uri="{FF2B5EF4-FFF2-40B4-BE49-F238E27FC236}">
                <a16:creationId xmlns:a16="http://schemas.microsoft.com/office/drawing/2014/main" id="{207525B8-F022-9D94-9DD1-53D461D90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633"/>
            <a:ext cx="9144000" cy="450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04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24E8437C-D7F8-2E34-3BB3-78963D1A0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tge 2">
            <a:extLst>
              <a:ext uri="{FF2B5EF4-FFF2-40B4-BE49-F238E27FC236}">
                <a16:creationId xmlns:a16="http://schemas.microsoft.com/office/drawing/2014/main" id="{72A67A32-A5D2-7B5D-F390-35418D70F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921"/>
            <a:ext cx="9144000" cy="479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31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FD40D2B8-F17C-9475-662B-68F78CC3C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tge 3">
            <a:extLst>
              <a:ext uri="{FF2B5EF4-FFF2-40B4-BE49-F238E27FC236}">
                <a16:creationId xmlns:a16="http://schemas.microsoft.com/office/drawing/2014/main" id="{5ED3E121-8BD3-E80C-B07B-68D478B6AD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31"/>
          <a:stretch>
            <a:fillRect/>
          </a:stretch>
        </p:blipFill>
        <p:spPr>
          <a:xfrm>
            <a:off x="71162" y="291548"/>
            <a:ext cx="9039708" cy="479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196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9493</TotalTime>
  <Words>419</Words>
  <Application>Microsoft Office PowerPoint</Application>
  <PresentationFormat>Presentació en pantalla (16:9)</PresentationFormat>
  <Paragraphs>89</Paragraphs>
  <Slides>27</Slides>
  <Notes>22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3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27</vt:i4>
      </vt:variant>
    </vt:vector>
  </HeadingPairs>
  <TitlesOfParts>
    <vt:vector size="31" baseType="lpstr">
      <vt:lpstr>Arial</vt:lpstr>
      <vt:lpstr>Arial Narrow</vt:lpstr>
      <vt:lpstr>Calibri</vt:lpstr>
      <vt:lpstr>Simple Light</vt:lpstr>
      <vt:lpstr>Motivation: best-performing program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Juan Carlos Moure Lopez</dc:creator>
  <cp:lastModifiedBy>Juan Carlos Moure Lopez</cp:lastModifiedBy>
  <cp:revision>1</cp:revision>
  <dcterms:modified xsi:type="dcterms:W3CDTF">2026-07-21T08:13:59Z</dcterms:modified>
</cp:coreProperties>
</file>