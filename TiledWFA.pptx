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2" r:id="rId1"/>
  </p:sldMasterIdLst>
  <p:notesMasterIdLst>
    <p:notesMasterId r:id="rId13"/>
  </p:notesMasterIdLst>
  <p:sldIdLst>
    <p:sldId id="271" r:id="rId2"/>
    <p:sldId id="272" r:id="rId3"/>
    <p:sldId id="263" r:id="rId4"/>
    <p:sldId id="273" r:id="rId5"/>
    <p:sldId id="279" r:id="rId6"/>
    <p:sldId id="274" r:id="rId7"/>
    <p:sldId id="275" r:id="rId8"/>
    <p:sldId id="276" r:id="rId9"/>
    <p:sldId id="277" r:id="rId10"/>
    <p:sldId id="278" r:id="rId11"/>
    <p:sldId id="280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DFF5"/>
    <a:srgbClr val="007E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95EF14-86E8-4314-86EB-1B4AAA093E7D}" v="893" dt="2026-03-13T10:21:57.939"/>
  </p1510:revLst>
</p1510:revInfo>
</file>

<file path=ppt/tableStyles.xml><?xml version="1.0" encoding="utf-8"?>
<a:tblStyleLst xmlns:a="http://schemas.openxmlformats.org/drawingml/2006/main" def="{7E832B20-10CB-4F60-9517-000836835896}">
  <a:tblStyle styleId="{7E832B20-10CB-4F60-9517-00083683589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Carlos Moure Lopez" userId="2db23dd4-09f1-4b6a-9c5d-d257e5850e3c" providerId="ADAL" clId="{971D71D3-F01A-462C-A4C9-10112751BFB5}"/>
    <pc:docChg chg="undo redo custSel addSld delSld modSld sldOrd">
      <pc:chgData name="Juan Carlos Moure Lopez" userId="2db23dd4-09f1-4b6a-9c5d-d257e5850e3c" providerId="ADAL" clId="{971D71D3-F01A-462C-A4C9-10112751BFB5}" dt="2026-03-13T10:22:21.308" v="2394" actId="1076"/>
      <pc:docMkLst>
        <pc:docMk/>
      </pc:docMkLst>
      <pc:sldChg chg="addSp delSp modSp add del mod ord modNotesTx">
        <pc:chgData name="Juan Carlos Moure Lopez" userId="2db23dd4-09f1-4b6a-9c5d-d257e5850e3c" providerId="ADAL" clId="{971D71D3-F01A-462C-A4C9-10112751BFB5}" dt="2026-02-28T09:46:31.645" v="716" actId="14100"/>
        <pc:sldMkLst>
          <pc:docMk/>
          <pc:sldMk cId="0" sldId="263"/>
        </pc:sldMkLst>
        <pc:spChg chg="mod">
          <ac:chgData name="Juan Carlos Moure Lopez" userId="2db23dd4-09f1-4b6a-9c5d-d257e5850e3c" providerId="ADAL" clId="{971D71D3-F01A-462C-A4C9-10112751BFB5}" dt="2026-02-28T09:46:31.645" v="716" actId="14100"/>
          <ac:spMkLst>
            <pc:docMk/>
            <pc:sldMk cId="0" sldId="263"/>
            <ac:spMk id="145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13:57.830" v="365" actId="6549"/>
          <ac:spMkLst>
            <pc:docMk/>
            <pc:sldMk cId="0" sldId="263"/>
            <ac:spMk id="151" creationId="{00000000-0000-0000-0000-000000000000}"/>
          </ac:spMkLst>
        </pc:spChg>
        <pc:picChg chg="mod">
          <ac:chgData name="Juan Carlos Moure Lopez" userId="2db23dd4-09f1-4b6a-9c5d-d257e5850e3c" providerId="ADAL" clId="{971D71D3-F01A-462C-A4C9-10112751BFB5}" dt="2026-02-28T09:14:11.913" v="370" actId="14100"/>
          <ac:picMkLst>
            <pc:docMk/>
            <pc:sldMk cId="0" sldId="263"/>
            <ac:picMk id="142" creationId="{00000000-0000-0000-0000-000000000000}"/>
          </ac:picMkLst>
        </pc:picChg>
        <pc:picChg chg="mod">
          <ac:chgData name="Juan Carlos Moure Lopez" userId="2db23dd4-09f1-4b6a-9c5d-d257e5850e3c" providerId="ADAL" clId="{971D71D3-F01A-462C-A4C9-10112751BFB5}" dt="2026-02-28T09:14:45.337" v="373" actId="688"/>
          <ac:picMkLst>
            <pc:docMk/>
            <pc:sldMk cId="0" sldId="263"/>
            <ac:picMk id="143" creationId="{00000000-0000-0000-0000-000000000000}"/>
          </ac:picMkLst>
        </pc:picChg>
      </pc:sldChg>
      <pc:sldChg chg="addSp delSp modSp mod ord addAnim delAnim modAnim modNotesTx">
        <pc:chgData name="Juan Carlos Moure Lopez" userId="2db23dd4-09f1-4b6a-9c5d-d257e5850e3c" providerId="ADAL" clId="{971D71D3-F01A-462C-A4C9-10112751BFB5}" dt="2026-03-13T10:21:18.614" v="2370" actId="1076"/>
        <pc:sldMkLst>
          <pc:docMk/>
          <pc:sldMk cId="0" sldId="271"/>
        </pc:sldMkLst>
        <pc:spChg chg="add 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2" creationId="{4CD55934-C6BB-00AE-D8C8-4EA17788C4DE}"/>
          </ac:spMkLst>
        </pc:spChg>
        <pc:spChg chg="add mod">
          <ac:chgData name="Juan Carlos Moure Lopez" userId="2db23dd4-09f1-4b6a-9c5d-d257e5850e3c" providerId="ADAL" clId="{971D71D3-F01A-462C-A4C9-10112751BFB5}" dt="2026-02-28T09:07:22.990" v="203" actId="207"/>
          <ac:spMkLst>
            <pc:docMk/>
            <pc:sldMk cId="0" sldId="271"/>
            <ac:spMk id="3" creationId="{D427336F-159D-610F-7A83-4981528E0424}"/>
          </ac:spMkLst>
        </pc:spChg>
        <pc:spChg chg="add 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4" creationId="{18A675EE-3356-4208-C028-9B959299CFBA}"/>
          </ac:spMkLst>
        </pc:spChg>
        <pc:spChg chg="add mod">
          <ac:chgData name="Juan Carlos Moure Lopez" userId="2db23dd4-09f1-4b6a-9c5d-d257e5850e3c" providerId="ADAL" clId="{971D71D3-F01A-462C-A4C9-10112751BFB5}" dt="2026-03-13T10:20:01.246" v="2310" actId="207"/>
          <ac:spMkLst>
            <pc:docMk/>
            <pc:sldMk cId="0" sldId="271"/>
            <ac:spMk id="5" creationId="{3B926F55-B11C-2939-FA90-58951132A6F6}"/>
          </ac:spMkLst>
        </pc:spChg>
        <pc:spChg chg="add mod">
          <ac:chgData name="Juan Carlos Moure Lopez" userId="2db23dd4-09f1-4b6a-9c5d-d257e5850e3c" providerId="ADAL" clId="{971D71D3-F01A-462C-A4C9-10112751BFB5}" dt="2026-03-13T10:21:18.614" v="2370" actId="1076"/>
          <ac:spMkLst>
            <pc:docMk/>
            <pc:sldMk cId="0" sldId="271"/>
            <ac:spMk id="6" creationId="{E541B946-254C-FEA9-82BE-05436D9BB784}"/>
          </ac:spMkLst>
        </pc:spChg>
        <pc:spChg chg="add 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10" creationId="{D95203A7-0AA3-473B-67B5-ABEF012A833E}"/>
          </ac:spMkLst>
        </pc:spChg>
        <pc:spChg chg="add 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11" creationId="{A0BDB0A5-F9DF-1F0B-C245-7C9706830F94}"/>
          </ac:spMkLst>
        </pc:spChg>
        <pc:spChg chg="add 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12" creationId="{B50EB4B0-1980-5A77-A3D7-29283700D7BE}"/>
          </ac:spMkLst>
        </pc:spChg>
        <pc:spChg chg="add mod">
          <ac:chgData name="Juan Carlos Moure Lopez" userId="2db23dd4-09f1-4b6a-9c5d-d257e5850e3c" providerId="ADAL" clId="{971D71D3-F01A-462C-A4C9-10112751BFB5}" dt="2026-03-13T10:19:03.444" v="2281" actId="1076"/>
          <ac:spMkLst>
            <pc:docMk/>
            <pc:sldMk cId="0" sldId="271"/>
            <ac:spMk id="14" creationId="{0BF93E80-D68B-EF22-76BE-B807882EF020}"/>
          </ac:spMkLst>
        </pc:spChg>
        <pc:spChg chg="add mod">
          <ac:chgData name="Juan Carlos Moure Lopez" userId="2db23dd4-09f1-4b6a-9c5d-d257e5850e3c" providerId="ADAL" clId="{971D71D3-F01A-462C-A4C9-10112751BFB5}" dt="2026-02-28T09:47:58.618" v="735" actId="164"/>
          <ac:spMkLst>
            <pc:docMk/>
            <pc:sldMk cId="0" sldId="271"/>
            <ac:spMk id="17" creationId="{F8555410-5C2E-6E7D-0C88-AA4022634041}"/>
          </ac:spMkLst>
        </pc:spChg>
        <pc:spChg chg="add mod">
          <ac:chgData name="Juan Carlos Moure Lopez" userId="2db23dd4-09f1-4b6a-9c5d-d257e5850e3c" providerId="ADAL" clId="{971D71D3-F01A-462C-A4C9-10112751BFB5}" dt="2026-02-28T09:48:06.274" v="736" actId="164"/>
          <ac:spMkLst>
            <pc:docMk/>
            <pc:sldMk cId="0" sldId="271"/>
            <ac:spMk id="18" creationId="{5C4C16C9-0C0C-0D60-EA13-44F5629518E7}"/>
          </ac:spMkLst>
        </pc:spChg>
        <pc:spChg chg="mod">
          <ac:chgData name="Juan Carlos Moure Lopez" userId="2db23dd4-09f1-4b6a-9c5d-d257e5850e3c" providerId="ADAL" clId="{971D71D3-F01A-462C-A4C9-10112751BFB5}" dt="2026-03-13T10:17:50.599" v="2199" actId="20577"/>
          <ac:spMkLst>
            <pc:docMk/>
            <pc:sldMk cId="0" sldId="271"/>
            <ac:spMk id="463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469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470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471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472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07:32.863" v="207" actId="113"/>
          <ac:spMkLst>
            <pc:docMk/>
            <pc:sldMk cId="0" sldId="271"/>
            <ac:spMk id="473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21:15.952" v="2368" actId="1076"/>
          <ac:spMkLst>
            <pc:docMk/>
            <pc:sldMk cId="0" sldId="271"/>
            <ac:spMk id="474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08:45.964" v="262" actId="20577"/>
          <ac:spMkLst>
            <pc:docMk/>
            <pc:sldMk cId="0" sldId="271"/>
            <ac:spMk id="475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18:51.177" v="2279" actId="1037"/>
          <ac:spMkLst>
            <pc:docMk/>
            <pc:sldMk cId="0" sldId="271"/>
            <ac:spMk id="476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21:15.488" v="2367" actId="1076"/>
          <ac:spMkLst>
            <pc:docMk/>
            <pc:sldMk cId="0" sldId="271"/>
            <ac:spMk id="477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13T10:19:00.413" v="2280" actId="1076"/>
          <ac:spMkLst>
            <pc:docMk/>
            <pc:sldMk cId="0" sldId="271"/>
            <ac:spMk id="499" creationId="{00000000-0000-0000-0000-000000000000}"/>
          </ac:spMkLst>
        </pc:spChg>
        <pc:grpChg chg="add mod">
          <ac:chgData name="Juan Carlos Moure Lopez" userId="2db23dd4-09f1-4b6a-9c5d-d257e5850e3c" providerId="ADAL" clId="{971D71D3-F01A-462C-A4C9-10112751BFB5}" dt="2026-03-07T18:19:25.322" v="1048" actId="1035"/>
          <ac:grpSpMkLst>
            <pc:docMk/>
            <pc:sldMk cId="0" sldId="271"/>
            <ac:grpSpMk id="19" creationId="{A3FEFEF9-43FC-3D86-A8AE-B01707759BFD}"/>
          </ac:grpSpMkLst>
        </pc:grpChg>
        <pc:grpChg chg="add mod">
          <ac:chgData name="Juan Carlos Moure Lopez" userId="2db23dd4-09f1-4b6a-9c5d-d257e5850e3c" providerId="ADAL" clId="{971D71D3-F01A-462C-A4C9-10112751BFB5}" dt="2026-03-07T18:19:25.322" v="1048" actId="1035"/>
          <ac:grpSpMkLst>
            <pc:docMk/>
            <pc:sldMk cId="0" sldId="271"/>
            <ac:grpSpMk id="20" creationId="{3C3D0975-E607-15A7-EDFE-26380CDD573C}"/>
          </ac:grpSpMkLst>
        </pc:grpChg>
        <pc:picChg chg="add mod">
          <ac:chgData name="Juan Carlos Moure Lopez" userId="2db23dd4-09f1-4b6a-9c5d-d257e5850e3c" providerId="ADAL" clId="{971D71D3-F01A-462C-A4C9-10112751BFB5}" dt="2026-02-28T09:48:06.274" v="736" actId="164"/>
          <ac:picMkLst>
            <pc:docMk/>
            <pc:sldMk cId="0" sldId="271"/>
            <ac:picMk id="15" creationId="{9B5ACE5D-69AF-BCBD-9D06-07DDCE0D07AE}"/>
          </ac:picMkLst>
        </pc:picChg>
        <pc:picChg chg="add mod">
          <ac:chgData name="Juan Carlos Moure Lopez" userId="2db23dd4-09f1-4b6a-9c5d-d257e5850e3c" providerId="ADAL" clId="{971D71D3-F01A-462C-A4C9-10112751BFB5}" dt="2026-02-28T09:47:58.618" v="735" actId="164"/>
          <ac:picMkLst>
            <pc:docMk/>
            <pc:sldMk cId="0" sldId="271"/>
            <ac:picMk id="16" creationId="{2992DAD9-5CF3-EAA6-C33B-A8B31267EFA0}"/>
          </ac:picMkLst>
        </pc:picChg>
        <pc:cxnChg chg="add mod">
          <ac:chgData name="Juan Carlos Moure Lopez" userId="2db23dd4-09f1-4b6a-9c5d-d257e5850e3c" providerId="ADAL" clId="{971D71D3-F01A-462C-A4C9-10112751BFB5}" dt="2026-02-28T09:06:19.886" v="176" actId="1076"/>
          <ac:cxnSpMkLst>
            <pc:docMk/>
            <pc:sldMk cId="0" sldId="271"/>
            <ac:cxnSpMk id="9" creationId="{31AA2228-818B-8924-5AFF-3BA002843FB7}"/>
          </ac:cxnSpMkLst>
        </pc:cxnChg>
        <pc:cxnChg chg="mod">
          <ac:chgData name="Juan Carlos Moure Lopez" userId="2db23dd4-09f1-4b6a-9c5d-d257e5850e3c" providerId="ADAL" clId="{971D71D3-F01A-462C-A4C9-10112751BFB5}" dt="2026-02-28T09:05:37.819" v="164" actId="1037"/>
          <ac:cxnSpMkLst>
            <pc:docMk/>
            <pc:sldMk cId="0" sldId="271"/>
            <ac:cxnSpMk id="478" creationId="{00000000-0000-0000-0000-000000000000}"/>
          </ac:cxnSpMkLst>
        </pc:cxnChg>
        <pc:cxnChg chg="mod">
          <ac:chgData name="Juan Carlos Moure Lopez" userId="2db23dd4-09f1-4b6a-9c5d-d257e5850e3c" providerId="ADAL" clId="{971D71D3-F01A-462C-A4C9-10112751BFB5}" dt="2026-02-28T09:06:12.779" v="174" actId="14100"/>
          <ac:cxnSpMkLst>
            <pc:docMk/>
            <pc:sldMk cId="0" sldId="271"/>
            <ac:cxnSpMk id="480" creationId="{00000000-0000-0000-0000-000000000000}"/>
          </ac:cxnSpMkLst>
        </pc:cxnChg>
        <pc:cxnChg chg="mod">
          <ac:chgData name="Juan Carlos Moure Lopez" userId="2db23dd4-09f1-4b6a-9c5d-d257e5850e3c" providerId="ADAL" clId="{971D71D3-F01A-462C-A4C9-10112751BFB5}" dt="2026-02-28T09:06:12.779" v="174" actId="14100"/>
          <ac:cxnSpMkLst>
            <pc:docMk/>
            <pc:sldMk cId="0" sldId="271"/>
            <ac:cxnSpMk id="481" creationId="{00000000-0000-0000-0000-000000000000}"/>
          </ac:cxnSpMkLst>
        </pc:cxnChg>
      </pc:sldChg>
      <pc:sldChg chg="addSp delSp modSp add mod modAnim">
        <pc:chgData name="Juan Carlos Moure Lopez" userId="2db23dd4-09f1-4b6a-9c5d-d257e5850e3c" providerId="ADAL" clId="{971D71D3-F01A-462C-A4C9-10112751BFB5}" dt="2026-03-13T10:22:21.308" v="2394" actId="1076"/>
        <pc:sldMkLst>
          <pc:docMk/>
          <pc:sldMk cId="1443830565" sldId="272"/>
        </pc:sldMkLst>
        <pc:spChg chg="add mod ord">
          <ac:chgData name="Juan Carlos Moure Lopez" userId="2db23dd4-09f1-4b6a-9c5d-d257e5850e3c" providerId="ADAL" clId="{971D71D3-F01A-462C-A4C9-10112751BFB5}" dt="2026-03-13T10:22:21.308" v="2394" actId="1076"/>
          <ac:spMkLst>
            <pc:docMk/>
            <pc:sldMk cId="1443830565" sldId="272"/>
            <ac:spMk id="2" creationId="{DAA895EC-F386-0489-9C1D-A2881F347FCD}"/>
          </ac:spMkLst>
        </pc:spChg>
        <pc:spChg chg="add mod">
          <ac:chgData name="Juan Carlos Moure Lopez" userId="2db23dd4-09f1-4b6a-9c5d-d257e5850e3c" providerId="ADAL" clId="{971D71D3-F01A-462C-A4C9-10112751BFB5}" dt="2026-03-07T18:20:17.232" v="1049" actId="790"/>
          <ac:spMkLst>
            <pc:docMk/>
            <pc:sldMk cId="1443830565" sldId="272"/>
            <ac:spMk id="9" creationId="{9C546FCC-79EE-E54F-0641-080C2E572413}"/>
          </ac:spMkLst>
        </pc:spChg>
        <pc:spChg chg="add mod">
          <ac:chgData name="Juan Carlos Moure Lopez" userId="2db23dd4-09f1-4b6a-9c5d-d257e5850e3c" providerId="ADAL" clId="{971D71D3-F01A-462C-A4C9-10112751BFB5}" dt="2026-03-07T18:20:17.232" v="1049" actId="790"/>
          <ac:spMkLst>
            <pc:docMk/>
            <pc:sldMk cId="1443830565" sldId="272"/>
            <ac:spMk id="10" creationId="{EAAB1404-B058-A962-76AE-2BA8DB475440}"/>
          </ac:spMkLst>
        </pc:spChg>
        <pc:spChg chg="add mod">
          <ac:chgData name="Juan Carlos Moure Lopez" userId="2db23dd4-09f1-4b6a-9c5d-d257e5850e3c" providerId="ADAL" clId="{971D71D3-F01A-462C-A4C9-10112751BFB5}" dt="2026-03-13T10:22:11.506" v="2390" actId="1076"/>
          <ac:spMkLst>
            <pc:docMk/>
            <pc:sldMk cId="1443830565" sldId="272"/>
            <ac:spMk id="11" creationId="{6A2E85B0-218A-D82B-3298-28100E3D8CD0}"/>
          </ac:spMkLst>
        </pc:spChg>
        <pc:spChg chg="add mod">
          <ac:chgData name="Juan Carlos Moure Lopez" userId="2db23dd4-09f1-4b6a-9c5d-d257e5850e3c" providerId="ADAL" clId="{971D71D3-F01A-462C-A4C9-10112751BFB5}" dt="2026-03-07T18:20:40.778" v="1056" actId="6549"/>
          <ac:spMkLst>
            <pc:docMk/>
            <pc:sldMk cId="1443830565" sldId="272"/>
            <ac:spMk id="12" creationId="{0324A902-9880-962D-E645-FB9B9110C11F}"/>
          </ac:spMkLst>
        </pc:spChg>
        <pc:picChg chg="add mod">
          <ac:chgData name="Juan Carlos Moure Lopez" userId="2db23dd4-09f1-4b6a-9c5d-d257e5850e3c" providerId="ADAL" clId="{971D71D3-F01A-462C-A4C9-10112751BFB5}" dt="2026-02-28T09:49:37.855" v="760" actId="1037"/>
          <ac:picMkLst>
            <pc:docMk/>
            <pc:sldMk cId="1443830565" sldId="272"/>
            <ac:picMk id="13" creationId="{DBBA58B3-1171-A87A-DD85-157504F5D82A}"/>
          </ac:picMkLst>
        </pc:picChg>
        <pc:picChg chg="add mod ord">
          <ac:chgData name="Juan Carlos Moure Lopez" userId="2db23dd4-09f1-4b6a-9c5d-d257e5850e3c" providerId="ADAL" clId="{971D71D3-F01A-462C-A4C9-10112751BFB5}" dt="2026-02-28T09:49:57.271" v="764" actId="167"/>
          <ac:picMkLst>
            <pc:docMk/>
            <pc:sldMk cId="1443830565" sldId="272"/>
            <ac:picMk id="14" creationId="{4C7149EB-2261-C363-C7F2-8234D14D8965}"/>
          </ac:picMkLst>
        </pc:picChg>
        <pc:picChg chg="mod">
          <ac:chgData name="Juan Carlos Moure Lopez" userId="2db23dd4-09f1-4b6a-9c5d-d257e5850e3c" providerId="ADAL" clId="{971D71D3-F01A-462C-A4C9-10112751BFB5}" dt="2026-02-28T09:49:21.896" v="744" actId="688"/>
          <ac:picMkLst>
            <pc:docMk/>
            <pc:sldMk cId="1443830565" sldId="272"/>
            <ac:picMk id="143" creationId="{E8675570-856A-ED72-AE20-2B25D8F679DD}"/>
          </ac:picMkLst>
        </pc:picChg>
      </pc:sldChg>
      <pc:sldChg chg="addSp delSp modSp add mod delAnim modAnim">
        <pc:chgData name="Juan Carlos Moure Lopez" userId="2db23dd4-09f1-4b6a-9c5d-d257e5850e3c" providerId="ADAL" clId="{971D71D3-F01A-462C-A4C9-10112751BFB5}" dt="2026-03-07T18:18:34.576" v="1029" actId="1035"/>
        <pc:sldMkLst>
          <pc:docMk/>
          <pc:sldMk cId="1492492215" sldId="273"/>
        </pc:sldMkLst>
        <pc:spChg chg="mod ord">
          <ac:chgData name="Juan Carlos Moure Lopez" userId="2db23dd4-09f1-4b6a-9c5d-d257e5850e3c" providerId="ADAL" clId="{971D71D3-F01A-462C-A4C9-10112751BFB5}" dt="2026-03-06T11:31:29.018" v="898" actId="1035"/>
          <ac:spMkLst>
            <pc:docMk/>
            <pc:sldMk cId="1492492215" sldId="273"/>
            <ac:spMk id="2" creationId="{4B3B3ED4-3380-692D-0868-E82CD928085A}"/>
          </ac:spMkLst>
        </pc:spChg>
        <pc:spChg chg="add mod">
          <ac:chgData name="Juan Carlos Moure Lopez" userId="2db23dd4-09f1-4b6a-9c5d-d257e5850e3c" providerId="ADAL" clId="{971D71D3-F01A-462C-A4C9-10112751BFB5}" dt="2026-03-07T18:16:36.454" v="941" actId="1036"/>
          <ac:spMkLst>
            <pc:docMk/>
            <pc:sldMk cId="1492492215" sldId="273"/>
            <ac:spMk id="10" creationId="{F9842C39-1291-291E-F777-C305D16E80B0}"/>
          </ac:spMkLst>
        </pc:spChg>
        <pc:spChg chg="add mod">
          <ac:chgData name="Juan Carlos Moure Lopez" userId="2db23dd4-09f1-4b6a-9c5d-d257e5850e3c" providerId="ADAL" clId="{971D71D3-F01A-462C-A4C9-10112751BFB5}" dt="2026-02-28T10:51:00.201" v="868" actId="1076"/>
          <ac:spMkLst>
            <pc:docMk/>
            <pc:sldMk cId="1492492215" sldId="273"/>
            <ac:spMk id="11" creationId="{0E230FFB-4252-87BB-164D-D5A52F9BB3CB}"/>
          </ac:spMkLst>
        </pc:spChg>
        <pc:spChg chg="add mod">
          <ac:chgData name="Juan Carlos Moure Lopez" userId="2db23dd4-09f1-4b6a-9c5d-d257e5850e3c" providerId="ADAL" clId="{971D71D3-F01A-462C-A4C9-10112751BFB5}" dt="2026-03-07T18:16:36.454" v="941" actId="1036"/>
          <ac:spMkLst>
            <pc:docMk/>
            <pc:sldMk cId="1492492215" sldId="273"/>
            <ac:spMk id="12" creationId="{44C701C0-6F23-8A37-092A-6A51E343C662}"/>
          </ac:spMkLst>
        </pc:spChg>
        <pc:spChg chg="add mod">
          <ac:chgData name="Juan Carlos Moure Lopez" userId="2db23dd4-09f1-4b6a-9c5d-d257e5850e3c" providerId="ADAL" clId="{971D71D3-F01A-462C-A4C9-10112751BFB5}" dt="2026-02-28T09:41:38.652" v="589" actId="207"/>
          <ac:spMkLst>
            <pc:docMk/>
            <pc:sldMk cId="1492492215" sldId="273"/>
            <ac:spMk id="13" creationId="{A8468BD9-6F93-D017-F1DE-946BAB9BD088}"/>
          </ac:spMkLst>
        </pc:spChg>
        <pc:spChg chg="add mod">
          <ac:chgData name="Juan Carlos Moure Lopez" userId="2db23dd4-09f1-4b6a-9c5d-d257e5850e3c" providerId="ADAL" clId="{971D71D3-F01A-462C-A4C9-10112751BFB5}" dt="2026-02-28T09:42:21.647" v="592" actId="208"/>
          <ac:spMkLst>
            <pc:docMk/>
            <pc:sldMk cId="1492492215" sldId="273"/>
            <ac:spMk id="14" creationId="{D50496D6-0DCE-7DA5-239D-ABC889170193}"/>
          </ac:spMkLst>
        </pc:spChg>
        <pc:spChg chg="add mod">
          <ac:chgData name="Juan Carlos Moure Lopez" userId="2db23dd4-09f1-4b6a-9c5d-d257e5850e3c" providerId="ADAL" clId="{971D71D3-F01A-462C-A4C9-10112751BFB5}" dt="2026-02-28T10:51:00.201" v="868" actId="1076"/>
          <ac:spMkLst>
            <pc:docMk/>
            <pc:sldMk cId="1492492215" sldId="273"/>
            <ac:spMk id="17" creationId="{1C712179-15E4-CC04-BFC5-BD474F74B968}"/>
          </ac:spMkLst>
        </pc:spChg>
        <pc:spChg chg="add mod">
          <ac:chgData name="Juan Carlos Moure Lopez" userId="2db23dd4-09f1-4b6a-9c5d-d257e5850e3c" providerId="ADAL" clId="{971D71D3-F01A-462C-A4C9-10112751BFB5}" dt="2026-03-07T18:16:36.454" v="941" actId="1036"/>
          <ac:spMkLst>
            <pc:docMk/>
            <pc:sldMk cId="1492492215" sldId="273"/>
            <ac:spMk id="18" creationId="{B5601FD7-C484-FFAB-6709-BDD933964CE0}"/>
          </ac:spMkLst>
        </pc:spChg>
        <pc:spChg chg="add mod">
          <ac:chgData name="Juan Carlos Moure Lopez" userId="2db23dd4-09f1-4b6a-9c5d-d257e5850e3c" providerId="ADAL" clId="{971D71D3-F01A-462C-A4C9-10112751BFB5}" dt="2026-02-28T10:51:00.201" v="868" actId="1076"/>
          <ac:spMkLst>
            <pc:docMk/>
            <pc:sldMk cId="1492492215" sldId="273"/>
            <ac:spMk id="19" creationId="{647771DC-56CE-C013-C702-17450CFCE271}"/>
          </ac:spMkLst>
        </pc:spChg>
        <pc:spChg chg="add mod">
          <ac:chgData name="Juan Carlos Moure Lopez" userId="2db23dd4-09f1-4b6a-9c5d-d257e5850e3c" providerId="ADAL" clId="{971D71D3-F01A-462C-A4C9-10112751BFB5}" dt="2026-03-07T18:17:53.015" v="1022" actId="1076"/>
          <ac:spMkLst>
            <pc:docMk/>
            <pc:sldMk cId="1492492215" sldId="273"/>
            <ac:spMk id="20" creationId="{65E00CC4-F63F-767E-9526-7C60C0A7E3FD}"/>
          </ac:spMkLst>
        </pc:spChg>
        <pc:spChg chg="add mod">
          <ac:chgData name="Juan Carlos Moure Lopez" userId="2db23dd4-09f1-4b6a-9c5d-d257e5850e3c" providerId="ADAL" clId="{971D71D3-F01A-462C-A4C9-10112751BFB5}" dt="2026-03-07T18:16:36.454" v="941" actId="1036"/>
          <ac:spMkLst>
            <pc:docMk/>
            <pc:sldMk cId="1492492215" sldId="273"/>
            <ac:spMk id="21" creationId="{4ED0422C-E241-9C9F-CD32-1ACFFE5B0EC1}"/>
          </ac:spMkLst>
        </pc:spChg>
        <pc:spChg chg="add mod">
          <ac:chgData name="Juan Carlos Moure Lopez" userId="2db23dd4-09f1-4b6a-9c5d-d257e5850e3c" providerId="ADAL" clId="{971D71D3-F01A-462C-A4C9-10112751BFB5}" dt="2026-03-07T18:18:34.576" v="1029" actId="1035"/>
          <ac:spMkLst>
            <pc:docMk/>
            <pc:sldMk cId="1492492215" sldId="273"/>
            <ac:spMk id="22" creationId="{103D8574-9535-2FAE-D6F7-C084E227564F}"/>
          </ac:spMkLst>
        </pc:spChg>
        <pc:spChg chg="add mod">
          <ac:chgData name="Juan Carlos Moure Lopez" userId="2db23dd4-09f1-4b6a-9c5d-d257e5850e3c" providerId="ADAL" clId="{971D71D3-F01A-462C-A4C9-10112751BFB5}" dt="2026-02-28T10:51:00.201" v="868" actId="1076"/>
          <ac:spMkLst>
            <pc:docMk/>
            <pc:sldMk cId="1492492215" sldId="273"/>
            <ac:spMk id="23" creationId="{C090F478-314C-5063-2A35-681C027CA7AF}"/>
          </ac:spMkLst>
        </pc:spChg>
        <pc:spChg chg="add mod">
          <ac:chgData name="Juan Carlos Moure Lopez" userId="2db23dd4-09f1-4b6a-9c5d-d257e5850e3c" providerId="ADAL" clId="{971D71D3-F01A-462C-A4C9-10112751BFB5}" dt="2026-02-28T10:51:00.201" v="868" actId="1076"/>
          <ac:spMkLst>
            <pc:docMk/>
            <pc:sldMk cId="1492492215" sldId="273"/>
            <ac:spMk id="24" creationId="{CBD70786-13FB-1662-279C-DA301179EB0B}"/>
          </ac:spMkLst>
        </pc:spChg>
        <pc:spChg chg="add mod">
          <ac:chgData name="Juan Carlos Moure Lopez" userId="2db23dd4-09f1-4b6a-9c5d-d257e5850e3c" providerId="ADAL" clId="{971D71D3-F01A-462C-A4C9-10112751BFB5}" dt="2026-02-28T10:51:23.587" v="872" actId="1076"/>
          <ac:spMkLst>
            <pc:docMk/>
            <pc:sldMk cId="1492492215" sldId="273"/>
            <ac:spMk id="27" creationId="{24A743F7-AB69-0B1C-BF9E-787E1580CEDB}"/>
          </ac:spMkLst>
        </pc:spChg>
        <pc:spChg chg="add mod">
          <ac:chgData name="Juan Carlos Moure Lopez" userId="2db23dd4-09f1-4b6a-9c5d-d257e5850e3c" providerId="ADAL" clId="{971D71D3-F01A-462C-A4C9-10112751BFB5}" dt="2026-02-28T10:51:32.636" v="874" actId="1076"/>
          <ac:spMkLst>
            <pc:docMk/>
            <pc:sldMk cId="1492492215" sldId="273"/>
            <ac:spMk id="28" creationId="{F11CFFFC-2907-3D7A-56FF-6C6BE4C0497B}"/>
          </ac:spMkLst>
        </pc:spChg>
        <pc:spChg chg="add mod">
          <ac:chgData name="Juan Carlos Moure Lopez" userId="2db23dd4-09f1-4b6a-9c5d-d257e5850e3c" providerId="ADAL" clId="{971D71D3-F01A-462C-A4C9-10112751BFB5}" dt="2026-02-28T10:52:33.969" v="876" actId="1076"/>
          <ac:spMkLst>
            <pc:docMk/>
            <pc:sldMk cId="1492492215" sldId="273"/>
            <ac:spMk id="29" creationId="{19126F70-009D-F305-6C88-204F876ED139}"/>
          </ac:spMkLst>
        </pc:spChg>
        <pc:picChg chg="mod">
          <ac:chgData name="Juan Carlos Moure Lopez" userId="2db23dd4-09f1-4b6a-9c5d-d257e5850e3c" providerId="ADAL" clId="{971D71D3-F01A-462C-A4C9-10112751BFB5}" dt="2026-03-07T18:16:36.454" v="941" actId="1036"/>
          <ac:picMkLst>
            <pc:docMk/>
            <pc:sldMk cId="1492492215" sldId="273"/>
            <ac:picMk id="5" creationId="{4CB55FB2-BD70-00ED-5D05-E22FB0F34B78}"/>
          </ac:picMkLst>
        </pc:picChg>
        <pc:picChg chg="mod">
          <ac:chgData name="Juan Carlos Moure Lopez" userId="2db23dd4-09f1-4b6a-9c5d-d257e5850e3c" providerId="ADAL" clId="{971D71D3-F01A-462C-A4C9-10112751BFB5}" dt="2026-03-07T18:17:24.279" v="1016" actId="1036"/>
          <ac:picMkLst>
            <pc:docMk/>
            <pc:sldMk cId="1492492215" sldId="273"/>
            <ac:picMk id="6" creationId="{B1FE89EE-C7ED-5896-A147-080C9F2DCA12}"/>
          </ac:picMkLst>
        </pc:picChg>
        <pc:picChg chg="mod">
          <ac:chgData name="Juan Carlos Moure Lopez" userId="2db23dd4-09f1-4b6a-9c5d-d257e5850e3c" providerId="ADAL" clId="{971D71D3-F01A-462C-A4C9-10112751BFB5}" dt="2026-03-07T18:17:03.227" v="984" actId="1036"/>
          <ac:picMkLst>
            <pc:docMk/>
            <pc:sldMk cId="1492492215" sldId="273"/>
            <ac:picMk id="7" creationId="{D2A127A7-EC9A-60D5-7103-6E9200DF7C5B}"/>
          </ac:picMkLst>
        </pc:picChg>
        <pc:picChg chg="mod">
          <ac:chgData name="Juan Carlos Moure Lopez" userId="2db23dd4-09f1-4b6a-9c5d-d257e5850e3c" providerId="ADAL" clId="{971D71D3-F01A-462C-A4C9-10112751BFB5}" dt="2026-03-07T18:17:09.782" v="1002" actId="1037"/>
          <ac:picMkLst>
            <pc:docMk/>
            <pc:sldMk cId="1492492215" sldId="273"/>
            <ac:picMk id="8" creationId="{0BB64B53-DCF4-0D1A-920E-C4F5775CA745}"/>
          </ac:picMkLst>
        </pc:picChg>
        <pc:picChg chg="add mod">
          <ac:chgData name="Juan Carlos Moure Lopez" userId="2db23dd4-09f1-4b6a-9c5d-d257e5850e3c" providerId="ADAL" clId="{971D71D3-F01A-462C-A4C9-10112751BFB5}" dt="2026-03-07T18:17:40.401" v="1021" actId="688"/>
          <ac:picMkLst>
            <pc:docMk/>
            <pc:sldMk cId="1492492215" sldId="273"/>
            <ac:picMk id="15" creationId="{34FFD8E0-87D2-396C-4805-D6668A24459C}"/>
          </ac:picMkLst>
        </pc:picChg>
        <pc:picChg chg="add mod">
          <ac:chgData name="Juan Carlos Moure Lopez" userId="2db23dd4-09f1-4b6a-9c5d-d257e5850e3c" providerId="ADAL" clId="{971D71D3-F01A-462C-A4C9-10112751BFB5}" dt="2026-03-07T18:17:30.227" v="1017" actId="1035"/>
          <ac:picMkLst>
            <pc:docMk/>
            <pc:sldMk cId="1492492215" sldId="273"/>
            <ac:picMk id="25" creationId="{FD8670A2-9DF7-B545-4CDD-D6A2EF01886F}"/>
          </ac:picMkLst>
        </pc:picChg>
        <pc:picChg chg="add mod ord">
          <ac:chgData name="Juan Carlos Moure Lopez" userId="2db23dd4-09f1-4b6a-9c5d-d257e5850e3c" providerId="ADAL" clId="{971D71D3-F01A-462C-A4C9-10112751BFB5}" dt="2026-03-07T18:17:15.690" v="1008" actId="1036"/>
          <ac:picMkLst>
            <pc:docMk/>
            <pc:sldMk cId="1492492215" sldId="273"/>
            <ac:picMk id="26" creationId="{9B81958A-9CBD-2DE6-9D4F-4B8C975FC766}"/>
          </ac:picMkLst>
        </pc:picChg>
        <pc:picChg chg="mod">
          <ac:chgData name="Juan Carlos Moure Lopez" userId="2db23dd4-09f1-4b6a-9c5d-d257e5850e3c" providerId="ADAL" clId="{971D71D3-F01A-462C-A4C9-10112751BFB5}" dt="2026-02-28T10:50:29.776" v="862" actId="1076"/>
          <ac:picMkLst>
            <pc:docMk/>
            <pc:sldMk cId="1492492215" sldId="273"/>
            <ac:picMk id="143" creationId="{514C9AAF-CF60-BA81-CF57-8607DD9DD70E}"/>
          </ac:picMkLst>
        </pc:picChg>
      </pc:sldChg>
      <pc:sldChg chg="addSp delSp modSp add mod delAnim">
        <pc:chgData name="Juan Carlos Moure Lopez" userId="2db23dd4-09f1-4b6a-9c5d-d257e5850e3c" providerId="ADAL" clId="{971D71D3-F01A-462C-A4C9-10112751BFB5}" dt="2026-03-08T16:12:53.642" v="1065" actId="1076"/>
        <pc:sldMkLst>
          <pc:docMk/>
          <pc:sldMk cId="897167500" sldId="274"/>
        </pc:sldMkLst>
        <pc:picChg chg="add mod">
          <ac:chgData name="Juan Carlos Moure Lopez" userId="2db23dd4-09f1-4b6a-9c5d-d257e5850e3c" providerId="ADAL" clId="{971D71D3-F01A-462C-A4C9-10112751BFB5}" dt="2026-03-08T16:12:53.642" v="1065" actId="1076"/>
          <ac:picMkLst>
            <pc:docMk/>
            <pc:sldMk cId="897167500" sldId="274"/>
            <ac:picMk id="16" creationId="{31AC98F2-2C87-2F93-C335-733CEB64C7BF}"/>
          </ac:picMkLst>
        </pc:picChg>
      </pc:sldChg>
      <pc:sldChg chg="addSp delSp add mod">
        <pc:chgData name="Juan Carlos Moure Lopez" userId="2db23dd4-09f1-4b6a-9c5d-d257e5850e3c" providerId="ADAL" clId="{971D71D3-F01A-462C-A4C9-10112751BFB5}" dt="2026-03-08T16:30:53.642" v="1068" actId="22"/>
        <pc:sldMkLst>
          <pc:docMk/>
          <pc:sldMk cId="1471106890" sldId="275"/>
        </pc:sldMkLst>
        <pc:picChg chg="add">
          <ac:chgData name="Juan Carlos Moure Lopez" userId="2db23dd4-09f1-4b6a-9c5d-d257e5850e3c" providerId="ADAL" clId="{971D71D3-F01A-462C-A4C9-10112751BFB5}" dt="2026-03-08T16:30:53.642" v="1068" actId="22"/>
          <ac:picMkLst>
            <pc:docMk/>
            <pc:sldMk cId="1471106890" sldId="275"/>
            <ac:picMk id="3" creationId="{8ADEBFCF-3EC1-D1E3-1453-B97F1056938D}"/>
          </ac:picMkLst>
        </pc:picChg>
      </pc:sldChg>
      <pc:sldChg chg="addSp delSp add mod">
        <pc:chgData name="Juan Carlos Moure Lopez" userId="2db23dd4-09f1-4b6a-9c5d-d257e5850e3c" providerId="ADAL" clId="{971D71D3-F01A-462C-A4C9-10112751BFB5}" dt="2026-03-08T16:44:40.463" v="1071" actId="22"/>
        <pc:sldMkLst>
          <pc:docMk/>
          <pc:sldMk cId="2459704666" sldId="276"/>
        </pc:sldMkLst>
        <pc:picChg chg="add">
          <ac:chgData name="Juan Carlos Moure Lopez" userId="2db23dd4-09f1-4b6a-9c5d-d257e5850e3c" providerId="ADAL" clId="{971D71D3-F01A-462C-A4C9-10112751BFB5}" dt="2026-03-08T16:44:40.463" v="1071" actId="22"/>
          <ac:picMkLst>
            <pc:docMk/>
            <pc:sldMk cId="2459704666" sldId="276"/>
            <ac:picMk id="4" creationId="{207525B8-F022-9D94-9DD1-53D461D90D43}"/>
          </ac:picMkLst>
        </pc:picChg>
      </pc:sldChg>
      <pc:sldChg chg="addSp delSp add mod">
        <pc:chgData name="Juan Carlos Moure Lopez" userId="2db23dd4-09f1-4b6a-9c5d-d257e5850e3c" providerId="ADAL" clId="{971D71D3-F01A-462C-A4C9-10112751BFB5}" dt="2026-03-08T16:52:55.226" v="1074" actId="22"/>
        <pc:sldMkLst>
          <pc:docMk/>
          <pc:sldMk cId="473431662" sldId="277"/>
        </pc:sldMkLst>
        <pc:picChg chg="add">
          <ac:chgData name="Juan Carlos Moure Lopez" userId="2db23dd4-09f1-4b6a-9c5d-d257e5850e3c" providerId="ADAL" clId="{971D71D3-F01A-462C-A4C9-10112751BFB5}" dt="2026-03-08T16:52:55.226" v="1074" actId="22"/>
          <ac:picMkLst>
            <pc:docMk/>
            <pc:sldMk cId="473431662" sldId="277"/>
            <ac:picMk id="3" creationId="{72A67A32-A5D2-7B5D-F390-35418D70F063}"/>
          </ac:picMkLst>
        </pc:picChg>
      </pc:sldChg>
      <pc:sldChg chg="addSp delSp modSp add mod">
        <pc:chgData name="Juan Carlos Moure Lopez" userId="2db23dd4-09f1-4b6a-9c5d-d257e5850e3c" providerId="ADAL" clId="{971D71D3-F01A-462C-A4C9-10112751BFB5}" dt="2026-03-08T22:22:32.025" v="1093" actId="1035"/>
        <pc:sldMkLst>
          <pc:docMk/>
          <pc:sldMk cId="251131961" sldId="278"/>
        </pc:sldMkLst>
        <pc:picChg chg="add mod modCrop">
          <ac:chgData name="Juan Carlos Moure Lopez" userId="2db23dd4-09f1-4b6a-9c5d-d257e5850e3c" providerId="ADAL" clId="{971D71D3-F01A-462C-A4C9-10112751BFB5}" dt="2026-03-08T22:22:32.025" v="1093" actId="1035"/>
          <ac:picMkLst>
            <pc:docMk/>
            <pc:sldMk cId="251131961" sldId="278"/>
            <ac:picMk id="4" creationId="{5ED3E121-8BD3-E80C-B07B-68D478B6AD4A}"/>
          </ac:picMkLst>
        </pc:picChg>
      </pc:sldChg>
      <pc:sldChg chg="addSp delSp modSp add mod ord delAnim">
        <pc:chgData name="Juan Carlos Moure Lopez" userId="2db23dd4-09f1-4b6a-9c5d-d257e5850e3c" providerId="ADAL" clId="{971D71D3-F01A-462C-A4C9-10112751BFB5}" dt="2026-03-13T10:16:28.093" v="2106" actId="20577"/>
        <pc:sldMkLst>
          <pc:docMk/>
          <pc:sldMk cId="1627150776" sldId="279"/>
        </pc:sldMkLst>
        <pc:spChg chg="add del mod">
          <ac:chgData name="Juan Carlos Moure Lopez" userId="2db23dd4-09f1-4b6a-9c5d-d257e5850e3c" providerId="ADAL" clId="{971D71D3-F01A-462C-A4C9-10112751BFB5}" dt="2026-03-13T10:01:19.296" v="1560" actId="14100"/>
          <ac:spMkLst>
            <pc:docMk/>
            <pc:sldMk cId="1627150776" sldId="279"/>
            <ac:spMk id="2" creationId="{6FA10E7E-986D-1F27-FDE7-67175E5C2D6A}"/>
          </ac:spMkLst>
        </pc:spChg>
        <pc:spChg chg="add mod">
          <ac:chgData name="Juan Carlos Moure Lopez" userId="2db23dd4-09f1-4b6a-9c5d-d257e5850e3c" providerId="ADAL" clId="{971D71D3-F01A-462C-A4C9-10112751BFB5}" dt="2026-03-13T10:10:29.876" v="1852" actId="20577"/>
          <ac:spMkLst>
            <pc:docMk/>
            <pc:sldMk cId="1627150776" sldId="279"/>
            <ac:spMk id="8" creationId="{386D838D-A5BB-A7D3-0F13-D1B138307BFC}"/>
          </ac:spMkLst>
        </pc:spChg>
        <pc:spChg chg="del">
          <ac:chgData name="Juan Carlos Moure Lopez" userId="2db23dd4-09f1-4b6a-9c5d-d257e5850e3c" providerId="ADAL" clId="{971D71D3-F01A-462C-A4C9-10112751BFB5}" dt="2026-03-13T09:56:25.096" v="1098" actId="478"/>
          <ac:spMkLst>
            <pc:docMk/>
            <pc:sldMk cId="1627150776" sldId="279"/>
            <ac:spMk id="9" creationId="{C4C420A4-D60E-94FA-9EDF-76ED4E60D8F1}"/>
          </ac:spMkLst>
        </pc:spChg>
        <pc:spChg chg="mod">
          <ac:chgData name="Juan Carlos Moure Lopez" userId="2db23dd4-09f1-4b6a-9c5d-d257e5850e3c" providerId="ADAL" clId="{971D71D3-F01A-462C-A4C9-10112751BFB5}" dt="2026-03-13T10:10:38.299" v="1853" actId="1076"/>
          <ac:spMkLst>
            <pc:docMk/>
            <pc:sldMk cId="1627150776" sldId="279"/>
            <ac:spMk id="11" creationId="{FBB72015-FE64-C77A-5A0F-7979F59D70B1}"/>
          </ac:spMkLst>
        </pc:spChg>
        <pc:spChg chg="mod">
          <ac:chgData name="Juan Carlos Moure Lopez" userId="2db23dd4-09f1-4b6a-9c5d-d257e5850e3c" providerId="ADAL" clId="{971D71D3-F01A-462C-A4C9-10112751BFB5}" dt="2026-03-13T10:16:28.093" v="2106" actId="20577"/>
          <ac:spMkLst>
            <pc:docMk/>
            <pc:sldMk cId="1627150776" sldId="279"/>
            <ac:spMk id="12" creationId="{9DBC2E79-2E0C-C626-2A58-DFE431DE506D}"/>
          </ac:spMkLst>
        </pc:spChg>
        <pc:spChg chg="add mod">
          <ac:chgData name="Juan Carlos Moure Lopez" userId="2db23dd4-09f1-4b6a-9c5d-d257e5850e3c" providerId="ADAL" clId="{971D71D3-F01A-462C-A4C9-10112751BFB5}" dt="2026-03-13T10:11:33.109" v="1862" actId="14100"/>
          <ac:spMkLst>
            <pc:docMk/>
            <pc:sldMk cId="1627150776" sldId="279"/>
            <ac:spMk id="15" creationId="{A434385C-152A-9DAA-6BAC-F6270A62B567}"/>
          </ac:spMkLst>
        </pc:spChg>
        <pc:spChg chg="add mod">
          <ac:chgData name="Juan Carlos Moure Lopez" userId="2db23dd4-09f1-4b6a-9c5d-d257e5850e3c" providerId="ADAL" clId="{971D71D3-F01A-462C-A4C9-10112751BFB5}" dt="2026-03-13T10:16:14.128" v="2078" actId="20577"/>
          <ac:spMkLst>
            <pc:docMk/>
            <pc:sldMk cId="1627150776" sldId="279"/>
            <ac:spMk id="16" creationId="{960B9A8C-23A8-790B-4378-11AEDE1A4FCA}"/>
          </ac:spMkLst>
        </pc:spChg>
        <pc:spChg chg="add mod">
          <ac:chgData name="Juan Carlos Moure Lopez" userId="2db23dd4-09f1-4b6a-9c5d-d257e5850e3c" providerId="ADAL" clId="{971D71D3-F01A-462C-A4C9-10112751BFB5}" dt="2026-03-13T10:11:22.341" v="1860" actId="14100"/>
          <ac:spMkLst>
            <pc:docMk/>
            <pc:sldMk cId="1627150776" sldId="279"/>
            <ac:spMk id="18" creationId="{F50ADA6F-FE03-703E-8F6E-16E62F2977D2}"/>
          </ac:spMkLst>
        </pc:spChg>
        <pc:spChg chg="add mod">
          <ac:chgData name="Juan Carlos Moure Lopez" userId="2db23dd4-09f1-4b6a-9c5d-d257e5850e3c" providerId="ADAL" clId="{971D71D3-F01A-462C-A4C9-10112751BFB5}" dt="2026-03-13T10:12:03.199" v="1869" actId="14100"/>
          <ac:spMkLst>
            <pc:docMk/>
            <pc:sldMk cId="1627150776" sldId="279"/>
            <ac:spMk id="19" creationId="{7AFABC02-D7FF-B30D-EBF8-84D3DF4DE037}"/>
          </ac:spMkLst>
        </pc:spChg>
        <pc:spChg chg="add mod">
          <ac:chgData name="Juan Carlos Moure Lopez" userId="2db23dd4-09f1-4b6a-9c5d-d257e5850e3c" providerId="ADAL" clId="{971D71D3-F01A-462C-A4C9-10112751BFB5}" dt="2026-03-13T10:12:24.583" v="1873" actId="14100"/>
          <ac:spMkLst>
            <pc:docMk/>
            <pc:sldMk cId="1627150776" sldId="279"/>
            <ac:spMk id="20" creationId="{BEA352C5-2979-F085-6D79-10A3CFB8C9A3}"/>
          </ac:spMkLst>
        </pc:spChg>
        <pc:picChg chg="del">
          <ac:chgData name="Juan Carlos Moure Lopez" userId="2db23dd4-09f1-4b6a-9c5d-d257e5850e3c" providerId="ADAL" clId="{971D71D3-F01A-462C-A4C9-10112751BFB5}" dt="2026-03-13T10:02:47.840" v="1597" actId="478"/>
          <ac:picMkLst>
            <pc:docMk/>
            <pc:sldMk cId="1627150776" sldId="279"/>
            <ac:picMk id="14" creationId="{09C42C32-7C4D-6497-C87E-EBEC49C2C212}"/>
          </ac:picMkLst>
        </pc:picChg>
        <pc:picChg chg="add del">
          <ac:chgData name="Juan Carlos Moure Lopez" userId="2db23dd4-09f1-4b6a-9c5d-d257e5850e3c" providerId="ADAL" clId="{971D71D3-F01A-462C-A4C9-10112751BFB5}" dt="2026-03-13T10:11:04.456" v="1855" actId="478"/>
          <ac:picMkLst>
            <pc:docMk/>
            <pc:sldMk cId="1627150776" sldId="279"/>
            <ac:picMk id="17" creationId="{F5DBACD2-8135-AE45-6D41-C5A50A2D0460}"/>
          </ac:picMkLst>
        </pc:picChg>
        <pc:cxnChg chg="add mod">
          <ac:chgData name="Juan Carlos Moure Lopez" userId="2db23dd4-09f1-4b6a-9c5d-d257e5850e3c" providerId="ADAL" clId="{971D71D3-F01A-462C-A4C9-10112751BFB5}" dt="2026-03-13T10:01:58.312" v="1571" actId="1035"/>
          <ac:cxnSpMkLst>
            <pc:docMk/>
            <pc:sldMk cId="1627150776" sldId="279"/>
            <ac:cxnSpMk id="4" creationId="{F1379FE6-9BED-883F-8FEB-9AFE3695C170}"/>
          </ac:cxnSpMkLst>
        </pc:cxnChg>
        <pc:cxnChg chg="add mod">
          <ac:chgData name="Juan Carlos Moure Lopez" userId="2db23dd4-09f1-4b6a-9c5d-d257e5850e3c" providerId="ADAL" clId="{971D71D3-F01A-462C-A4C9-10112751BFB5}" dt="2026-03-13T10:02:26.278" v="1593" actId="1035"/>
          <ac:cxnSpMkLst>
            <pc:docMk/>
            <pc:sldMk cId="1627150776" sldId="279"/>
            <ac:cxnSpMk id="5" creationId="{0B5AB8D0-0583-23EF-ECAB-568218C02AA7}"/>
          </ac:cxnSpMkLst>
        </pc:cxnChg>
        <pc:cxnChg chg="add mod">
          <ac:chgData name="Juan Carlos Moure Lopez" userId="2db23dd4-09f1-4b6a-9c5d-d257e5850e3c" providerId="ADAL" clId="{971D71D3-F01A-462C-A4C9-10112751BFB5}" dt="2026-03-13T10:05:39.651" v="1632" actId="208"/>
          <ac:cxnSpMkLst>
            <pc:docMk/>
            <pc:sldMk cId="1627150776" sldId="279"/>
            <ac:cxnSpMk id="6" creationId="{EB965F3B-F94D-F86C-9340-AA8349194994}"/>
          </ac:cxnSpMkLst>
        </pc:cxnChg>
      </pc:sldChg>
      <pc:sldChg chg="add">
        <pc:chgData name="Juan Carlos Moure Lopez" userId="2db23dd4-09f1-4b6a-9c5d-d257e5850e3c" providerId="ADAL" clId="{971D71D3-F01A-462C-A4C9-10112751BFB5}" dt="2026-03-13T10:07:30.663" v="1664" actId="2890"/>
        <pc:sldMkLst>
          <pc:docMk/>
          <pc:sldMk cId="4274819867" sldId="280"/>
        </pc:sldMkLst>
      </pc:sldChg>
      <pc:sldMasterChg chg="delSldLayout">
        <pc:chgData name="Juan Carlos Moure Lopez" userId="2db23dd4-09f1-4b6a-9c5d-d257e5850e3c" providerId="ADAL" clId="{971D71D3-F01A-462C-A4C9-10112751BFB5}" dt="2026-02-28T09:02:50.809" v="14" actId="47"/>
        <pc:sldMasterMkLst>
          <pc:docMk/>
          <pc:sldMasterMk cId="0" sldId="2147483662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2e95aa66a0c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2e95aa66a0c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EBFAB11-2D70-B21D-268D-7A36B61A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3E1EA75B-2A71-C02A-8216-F3AC56730B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3B704FF7-2AE3-7D88-C771-44BBBC9712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33290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85205581-D8BB-1F91-F2A1-E7540B06C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1F48ACB5-8706-9D71-8388-DAF66134E6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389BB4F0-3D1C-4906-3C82-2783991FA1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4753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7888F5C-AE27-159E-7E78-9DA161CF2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99C26C9A-35E7-79A0-5A5E-AD61F49CA0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FD7C4EE8-ACA3-973B-1703-12DD8A43E1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8462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D59FE66-8378-1DD4-66CF-F4F07EE02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23860D00-5A16-4ACB-D2DC-B026D042D4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C603A9CC-5D17-24F9-1E0A-8BB47A8D3B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901307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28EEEE19-6730-075E-BC0F-3C5D6D1F3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988C40F1-164D-CFF2-C06A-2970C48867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61C74789-5A23-1398-3E8B-9BF79F3422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7484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F03366D4-F2B2-2C23-240C-0BA83A128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D073F1D5-BC26-3175-8987-012E7B20B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C2A36291-EF44-CFD2-0A5D-075C2716D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30730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7B1ADDD-76F6-6D45-2FFC-EE4011075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66EBFAA9-1F8B-835C-4A5E-CA308F4C45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C7B3EF6A-8942-5598-3FF1-D0FD74B0EC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77491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7F24907-8A5B-9E2E-447E-22571D493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31ECDD7B-6148-CD75-BB28-F03200ED2F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37FA97CA-D99C-9271-D605-2AAF37179E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16722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D860E551-FCB9-6C85-F660-7DE1D3997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D0874D3A-92AD-9849-59A7-BD06D3AEC6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6A1A301C-C991-E502-6551-FBA1AE7C07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1904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 1">
  <p:cSld name="Título y objeto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0" y="192051"/>
            <a:ext cx="9144000" cy="6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24484"/>
              </a:buClr>
              <a:buSzPts val="3000"/>
              <a:buFont typeface="Calibri"/>
              <a:buNone/>
              <a:defRPr b="1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body" idx="1"/>
          </p:nvPr>
        </p:nvSpPr>
        <p:spPr>
          <a:xfrm>
            <a:off x="452743" y="1135856"/>
            <a:ext cx="8238600" cy="34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2pPr>
            <a:lvl3pPr marL="1371600" lvl="2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31"/>
          <p:cNvSpPr txBox="1">
            <a:spLocks noGrp="1"/>
          </p:cNvSpPr>
          <p:nvPr>
            <p:ph type="title"/>
          </p:nvPr>
        </p:nvSpPr>
        <p:spPr>
          <a:xfrm>
            <a:off x="169950" y="81825"/>
            <a:ext cx="8757000" cy="541200"/>
          </a:xfrm>
          <a:prstGeom prst="rect">
            <a:avLst/>
          </a:prstGeom>
        </p:spPr>
        <p:txBody>
          <a:bodyPr spcFirstLastPara="1" wrap="square" lIns="180000" tIns="91425" rIns="91425" bIns="91425" anchor="t" anchorCtr="0">
            <a:noAutofit/>
          </a:bodyPr>
          <a:lstStyle/>
          <a:p>
            <a:pPr marL="0" lvl="0" indent="-180975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>
                <a:solidFill>
                  <a:srgbClr val="124484"/>
                </a:solidFill>
              </a:rPr>
              <a:t>Motivation: best-performing program</a:t>
            </a:r>
            <a:endParaRPr dirty="0">
              <a:solidFill>
                <a:srgbClr val="124484"/>
              </a:solidFill>
            </a:endParaRPr>
          </a:p>
        </p:txBody>
      </p:sp>
      <p:cxnSp>
        <p:nvCxnSpPr>
          <p:cNvPr id="464" name="Google Shape;464;p31"/>
          <p:cNvCxnSpPr/>
          <p:nvPr/>
        </p:nvCxnSpPr>
        <p:spPr>
          <a:xfrm>
            <a:off x="169950" y="623025"/>
            <a:ext cx="8632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p31"/>
          <p:cNvSpPr txBox="1"/>
          <p:nvPr/>
        </p:nvSpPr>
        <p:spPr>
          <a:xfrm>
            <a:off x="1874009" y="1140237"/>
            <a:ext cx="1023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600" b="1" dirty="0">
                <a:solidFill>
                  <a:srgbClr val="0070C0"/>
                </a:solidFill>
              </a:rPr>
              <a:t>S</a:t>
            </a:r>
            <a:r>
              <a:rPr lang="es" sz="1600" b="1" dirty="0">
                <a:solidFill>
                  <a:srgbClr val="0070C0"/>
                </a:solidFill>
              </a:rPr>
              <a:t>mart 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470" name="Google Shape;470;p31"/>
          <p:cNvSpPr txBox="1"/>
          <p:nvPr/>
        </p:nvSpPr>
        <p:spPr>
          <a:xfrm>
            <a:off x="3692409" y="1140237"/>
            <a:ext cx="9231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rgbClr val="0070C0"/>
                </a:solidFill>
              </a:rPr>
              <a:t>parallel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471" name="Google Shape;471;p31"/>
          <p:cNvSpPr txBox="1"/>
          <p:nvPr/>
        </p:nvSpPr>
        <p:spPr>
          <a:xfrm>
            <a:off x="5291509" y="1141427"/>
            <a:ext cx="1269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rgbClr val="0070C0"/>
                </a:solidFill>
              </a:rPr>
              <a:t>local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472" name="Google Shape;472;p31"/>
          <p:cNvSpPr txBox="1"/>
          <p:nvPr/>
        </p:nvSpPr>
        <p:spPr>
          <a:xfrm>
            <a:off x="1490234" y="1635300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Yes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473" name="Google Shape;473;p31"/>
          <p:cNvSpPr txBox="1"/>
          <p:nvPr/>
        </p:nvSpPr>
        <p:spPr>
          <a:xfrm>
            <a:off x="3287084" y="1614261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Coarse + Fine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474" name="Google Shape;474;p31"/>
          <p:cNvSpPr txBox="1"/>
          <p:nvPr/>
        </p:nvSpPr>
        <p:spPr>
          <a:xfrm>
            <a:off x="5343643" y="1663619"/>
            <a:ext cx="1291866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tiling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475" name="Google Shape;475;p31"/>
          <p:cNvSpPr txBox="1"/>
          <p:nvPr/>
        </p:nvSpPr>
        <p:spPr>
          <a:xfrm>
            <a:off x="1449059" y="2252287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450" b="1" dirty="0">
                <a:solidFill>
                  <a:srgbClr val="FF0000"/>
                </a:solidFill>
              </a:rPr>
              <a:t>n</a:t>
            </a:r>
            <a:r>
              <a:rPr lang="es" sz="1450" b="1" dirty="0">
                <a:solidFill>
                  <a:srgbClr val="FF0000"/>
                </a:solidFill>
              </a:rPr>
              <a:t>ot good</a:t>
            </a:r>
            <a:endParaRPr sz="1450" b="1" dirty="0">
              <a:solidFill>
                <a:srgbClr val="FF0000"/>
              </a:solidFill>
            </a:endParaRPr>
          </a:p>
        </p:txBody>
      </p:sp>
      <p:sp>
        <p:nvSpPr>
          <p:cNvPr id="476" name="Google Shape;476;p31"/>
          <p:cNvSpPr txBox="1"/>
          <p:nvPr/>
        </p:nvSpPr>
        <p:spPr>
          <a:xfrm>
            <a:off x="3301309" y="2229497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450" b="1" dirty="0">
                <a:solidFill>
                  <a:srgbClr val="00B050"/>
                </a:solidFill>
              </a:rPr>
              <a:t>C</a:t>
            </a:r>
            <a:r>
              <a:rPr lang="es" sz="1450" b="1" dirty="0">
                <a:solidFill>
                  <a:srgbClr val="00B050"/>
                </a:solidFill>
              </a:rPr>
              <a:t>oarse + Fine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477" name="Google Shape;477;p31"/>
          <p:cNvSpPr txBox="1"/>
          <p:nvPr/>
        </p:nvSpPr>
        <p:spPr>
          <a:xfrm>
            <a:off x="5103076" y="2261203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tiling</a:t>
            </a:r>
            <a:endParaRPr sz="1450" b="1" dirty="0">
              <a:solidFill>
                <a:srgbClr val="00B050"/>
              </a:solidFill>
            </a:endParaRPr>
          </a:p>
        </p:txBody>
      </p:sp>
      <p:cxnSp>
        <p:nvCxnSpPr>
          <p:cNvPr id="478" name="Google Shape;478;p31"/>
          <p:cNvCxnSpPr/>
          <p:nvPr/>
        </p:nvCxnSpPr>
        <p:spPr>
          <a:xfrm flipH="1">
            <a:off x="3255534" y="1234412"/>
            <a:ext cx="12300" cy="1650000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9" name="Google Shape;479;p31"/>
          <p:cNvCxnSpPr/>
          <p:nvPr/>
        </p:nvCxnSpPr>
        <p:spPr>
          <a:xfrm flipH="1">
            <a:off x="5122009" y="1234412"/>
            <a:ext cx="12300" cy="1650000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0" name="Google Shape;480;p31"/>
          <p:cNvCxnSpPr>
            <a:cxnSpLocks/>
          </p:cNvCxnSpPr>
          <p:nvPr/>
        </p:nvCxnSpPr>
        <p:spPr>
          <a:xfrm flipH="1" flipV="1">
            <a:off x="1371809" y="1567537"/>
            <a:ext cx="7054650" cy="7425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" name="Google Shape;481;p31"/>
          <p:cNvCxnSpPr>
            <a:cxnSpLocks/>
          </p:cNvCxnSpPr>
          <p:nvPr/>
        </p:nvCxnSpPr>
        <p:spPr>
          <a:xfrm flipH="1" flipV="1">
            <a:off x="1355259" y="2127200"/>
            <a:ext cx="7071200" cy="28761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9" name="Google Shape;499;p31"/>
          <p:cNvSpPr/>
          <p:nvPr/>
        </p:nvSpPr>
        <p:spPr>
          <a:xfrm>
            <a:off x="3501136" y="3194059"/>
            <a:ext cx="4397934" cy="603478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800" b="1" dirty="0">
                <a:solidFill>
                  <a:srgbClr val="7030A0"/>
                </a:solidFill>
              </a:rPr>
              <a:t>Can </a:t>
            </a:r>
            <a:r>
              <a:rPr lang="ca-ES" sz="1800" b="1" dirty="0" err="1">
                <a:solidFill>
                  <a:srgbClr val="7030A0"/>
                </a:solidFill>
              </a:rPr>
              <a:t>we</a:t>
            </a:r>
            <a:r>
              <a:rPr lang="ca-ES" sz="1800" b="1" dirty="0">
                <a:solidFill>
                  <a:srgbClr val="7030A0"/>
                </a:solidFill>
              </a:rPr>
              <a:t> get </a:t>
            </a:r>
            <a:r>
              <a:rPr lang="ca-ES" sz="1800" b="1" dirty="0" err="1">
                <a:solidFill>
                  <a:srgbClr val="7030A0"/>
                </a:solidFill>
              </a:rPr>
              <a:t>the</a:t>
            </a:r>
            <a:r>
              <a:rPr lang="ca-ES" sz="1800" b="1" dirty="0">
                <a:solidFill>
                  <a:srgbClr val="7030A0"/>
                </a:solidFill>
              </a:rPr>
              <a:t> best of </a:t>
            </a:r>
            <a:r>
              <a:rPr lang="ca-ES" sz="1800" b="1" dirty="0" err="1">
                <a:solidFill>
                  <a:srgbClr val="7030A0"/>
                </a:solidFill>
              </a:rPr>
              <a:t>both</a:t>
            </a:r>
            <a:r>
              <a:rPr lang="ca-ES" sz="1800" b="1" dirty="0">
                <a:solidFill>
                  <a:srgbClr val="7030A0"/>
                </a:solidFill>
              </a:rPr>
              <a:t> </a:t>
            </a:r>
            <a:r>
              <a:rPr lang="ca-ES" sz="1800" b="1" dirty="0" err="1">
                <a:solidFill>
                  <a:srgbClr val="7030A0"/>
                </a:solidFill>
              </a:rPr>
              <a:t>worlds</a:t>
            </a:r>
            <a:r>
              <a:rPr lang="ca-ES" sz="1800" b="1" dirty="0">
                <a:solidFill>
                  <a:srgbClr val="7030A0"/>
                </a:solidFill>
              </a:rPr>
              <a:t>?</a:t>
            </a:r>
            <a:endParaRPr sz="1800" dirty="0">
              <a:solidFill>
                <a:srgbClr val="7030A0"/>
              </a:solidFill>
            </a:endParaRPr>
          </a:p>
        </p:txBody>
      </p:sp>
      <p:sp>
        <p:nvSpPr>
          <p:cNvPr id="2" name="Google Shape;469;p31">
            <a:extLst>
              <a:ext uri="{FF2B5EF4-FFF2-40B4-BE49-F238E27FC236}">
                <a16:creationId xmlns:a16="http://schemas.microsoft.com/office/drawing/2014/main" id="{4CD55934-C6BB-00AE-D8C8-4EA17788C4DE}"/>
              </a:ext>
            </a:extLst>
          </p:cNvPr>
          <p:cNvSpPr txBox="1"/>
          <p:nvPr/>
        </p:nvSpPr>
        <p:spPr>
          <a:xfrm>
            <a:off x="492484" y="1111474"/>
            <a:ext cx="1023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600" b="1" dirty="0">
                <a:solidFill>
                  <a:srgbClr val="0070C0"/>
                </a:solidFill>
              </a:rPr>
              <a:t>W</a:t>
            </a:r>
            <a:r>
              <a:rPr lang="es" sz="1600" b="1" dirty="0">
                <a:solidFill>
                  <a:srgbClr val="0070C0"/>
                </a:solidFill>
              </a:rPr>
              <a:t>ork: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3" name="Google Shape;469;p31">
            <a:extLst>
              <a:ext uri="{FF2B5EF4-FFF2-40B4-BE49-F238E27FC236}">
                <a16:creationId xmlns:a16="http://schemas.microsoft.com/office/drawing/2014/main" id="{D427336F-159D-610F-7A83-4981528E0424}"/>
              </a:ext>
            </a:extLst>
          </p:cNvPr>
          <p:cNvSpPr txBox="1"/>
          <p:nvPr/>
        </p:nvSpPr>
        <p:spPr>
          <a:xfrm>
            <a:off x="415534" y="1611043"/>
            <a:ext cx="1023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chemeClr val="tx1"/>
                </a:solidFill>
              </a:rPr>
              <a:t>WFA:</a:t>
            </a:r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4" name="Google Shape;469;p31">
            <a:extLst>
              <a:ext uri="{FF2B5EF4-FFF2-40B4-BE49-F238E27FC236}">
                <a16:creationId xmlns:a16="http://schemas.microsoft.com/office/drawing/2014/main" id="{18A675EE-3356-4208-C028-9B959299CFBA}"/>
              </a:ext>
            </a:extLst>
          </p:cNvPr>
          <p:cNvSpPr txBox="1"/>
          <p:nvPr/>
        </p:nvSpPr>
        <p:spPr>
          <a:xfrm>
            <a:off x="426302" y="2206811"/>
            <a:ext cx="1196363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chemeClr val="tx1"/>
                </a:solidFill>
              </a:rPr>
              <a:t>Quicked:</a:t>
            </a:r>
            <a:endParaRPr sz="1600" b="1" dirty="0">
              <a:solidFill>
                <a:schemeClr val="tx1"/>
              </a:solidFill>
            </a:endParaRPr>
          </a:p>
        </p:txBody>
      </p:sp>
      <p:cxnSp>
        <p:nvCxnSpPr>
          <p:cNvPr id="9" name="Google Shape;479;p31">
            <a:extLst>
              <a:ext uri="{FF2B5EF4-FFF2-40B4-BE49-F238E27FC236}">
                <a16:creationId xmlns:a16="http://schemas.microsoft.com/office/drawing/2014/main" id="{31AA2228-818B-8924-5AFF-3BA002843FB7}"/>
              </a:ext>
            </a:extLst>
          </p:cNvPr>
          <p:cNvCxnSpPr/>
          <p:nvPr/>
        </p:nvCxnSpPr>
        <p:spPr>
          <a:xfrm flipH="1">
            <a:off x="6876076" y="1234412"/>
            <a:ext cx="12300" cy="1650000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471;p31">
            <a:extLst>
              <a:ext uri="{FF2B5EF4-FFF2-40B4-BE49-F238E27FC236}">
                <a16:creationId xmlns:a16="http://schemas.microsoft.com/office/drawing/2014/main" id="{D95203A7-0AA3-473B-67B5-ABEF012A833E}"/>
              </a:ext>
            </a:extLst>
          </p:cNvPr>
          <p:cNvSpPr txBox="1"/>
          <p:nvPr/>
        </p:nvSpPr>
        <p:spPr>
          <a:xfrm>
            <a:off x="7060650" y="1121937"/>
            <a:ext cx="1269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rgbClr val="0070C0"/>
                </a:solidFill>
              </a:rPr>
              <a:t>regular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11" name="Google Shape;477;p31">
            <a:extLst>
              <a:ext uri="{FF2B5EF4-FFF2-40B4-BE49-F238E27FC236}">
                <a16:creationId xmlns:a16="http://schemas.microsoft.com/office/drawing/2014/main" id="{A0BDB0A5-F9DF-1F0B-C245-7C9706830F94}"/>
              </a:ext>
            </a:extLst>
          </p:cNvPr>
          <p:cNvSpPr txBox="1"/>
          <p:nvPr/>
        </p:nvSpPr>
        <p:spPr>
          <a:xfrm>
            <a:off x="6733641" y="2268587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Yes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12" name="Google Shape;475;p31">
            <a:extLst>
              <a:ext uri="{FF2B5EF4-FFF2-40B4-BE49-F238E27FC236}">
                <a16:creationId xmlns:a16="http://schemas.microsoft.com/office/drawing/2014/main" id="{B50EB4B0-1980-5A77-A3D7-29283700D7BE}"/>
              </a:ext>
            </a:extLst>
          </p:cNvPr>
          <p:cNvSpPr txBox="1"/>
          <p:nvPr/>
        </p:nvSpPr>
        <p:spPr>
          <a:xfrm>
            <a:off x="6809100" y="1643387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450" b="1" dirty="0">
                <a:solidFill>
                  <a:srgbClr val="FF0000"/>
                </a:solidFill>
              </a:rPr>
              <a:t>n</a:t>
            </a:r>
            <a:r>
              <a:rPr lang="es" sz="1450" b="1" dirty="0">
                <a:solidFill>
                  <a:srgbClr val="FF0000"/>
                </a:solidFill>
              </a:rPr>
              <a:t>ot good</a:t>
            </a:r>
            <a:endParaRPr sz="1450" b="1" dirty="0">
              <a:solidFill>
                <a:srgbClr val="FF0000"/>
              </a:solidFill>
            </a:endParaRPr>
          </a:p>
        </p:txBody>
      </p:sp>
      <p:sp>
        <p:nvSpPr>
          <p:cNvPr id="14" name="QuadreDeText 13">
            <a:extLst>
              <a:ext uri="{FF2B5EF4-FFF2-40B4-BE49-F238E27FC236}">
                <a16:creationId xmlns:a16="http://schemas.microsoft.com/office/drawing/2014/main" id="{0BF93E80-D68B-EF22-76BE-B807882EF020}"/>
              </a:ext>
            </a:extLst>
          </p:cNvPr>
          <p:cNvSpPr txBox="1"/>
          <p:nvPr/>
        </p:nvSpPr>
        <p:spPr>
          <a:xfrm>
            <a:off x="4615509" y="4002073"/>
            <a:ext cx="275793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" sz="3200" b="1" dirty="0">
                <a:solidFill>
                  <a:srgbClr val="124484"/>
                </a:solidFill>
              </a:rPr>
              <a:t>Tiled WFA</a:t>
            </a:r>
            <a:endParaRPr lang="ca-ES" sz="3200" b="1" dirty="0"/>
          </a:p>
        </p:txBody>
      </p:sp>
      <p:grpSp>
        <p:nvGrpSpPr>
          <p:cNvPr id="19" name="Agrupa 18">
            <a:extLst>
              <a:ext uri="{FF2B5EF4-FFF2-40B4-BE49-F238E27FC236}">
                <a16:creationId xmlns:a16="http://schemas.microsoft.com/office/drawing/2014/main" id="{A3FEFEF9-43FC-3D86-A8AE-B01707759BFD}"/>
              </a:ext>
            </a:extLst>
          </p:cNvPr>
          <p:cNvGrpSpPr/>
          <p:nvPr/>
        </p:nvGrpSpPr>
        <p:grpSpPr>
          <a:xfrm>
            <a:off x="238098" y="3514602"/>
            <a:ext cx="1338300" cy="1513549"/>
            <a:chOff x="244724" y="3574236"/>
            <a:chExt cx="1338300" cy="1513549"/>
          </a:xfrm>
        </p:grpSpPr>
        <p:pic>
          <p:nvPicPr>
            <p:cNvPr id="16" name="Google Shape;143;p23">
              <a:extLst>
                <a:ext uri="{FF2B5EF4-FFF2-40B4-BE49-F238E27FC236}">
                  <a16:creationId xmlns:a16="http://schemas.microsoft.com/office/drawing/2014/main" id="{2992DAD9-5CF3-EAA6-C33B-A8B31267EFA0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44724" y="3896421"/>
              <a:ext cx="1338300" cy="11913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45;p23">
              <a:extLst>
                <a:ext uri="{FF2B5EF4-FFF2-40B4-BE49-F238E27FC236}">
                  <a16:creationId xmlns:a16="http://schemas.microsoft.com/office/drawing/2014/main" id="{F8555410-5C2E-6E7D-0C88-AA4022634041}"/>
                </a:ext>
              </a:extLst>
            </p:cNvPr>
            <p:cNvSpPr txBox="1"/>
            <p:nvPr/>
          </p:nvSpPr>
          <p:spPr>
            <a:xfrm>
              <a:off x="601433" y="3574236"/>
              <a:ext cx="556891" cy="32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es" sz="1485" b="1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DP</a:t>
              </a:r>
              <a:endParaRPr sz="1485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" name="Agrupa 19">
            <a:extLst>
              <a:ext uri="{FF2B5EF4-FFF2-40B4-BE49-F238E27FC236}">
                <a16:creationId xmlns:a16="http://schemas.microsoft.com/office/drawing/2014/main" id="{3C3D0975-E607-15A7-EDFE-26380CDD573C}"/>
              </a:ext>
            </a:extLst>
          </p:cNvPr>
          <p:cNvGrpSpPr/>
          <p:nvPr/>
        </p:nvGrpSpPr>
        <p:grpSpPr>
          <a:xfrm>
            <a:off x="1576398" y="3514602"/>
            <a:ext cx="1428307" cy="1496320"/>
            <a:chOff x="1583024" y="3574236"/>
            <a:chExt cx="1428307" cy="1496320"/>
          </a:xfrm>
        </p:grpSpPr>
        <p:pic>
          <p:nvPicPr>
            <p:cNvPr id="15" name="Google Shape;142;p23">
              <a:extLst>
                <a:ext uri="{FF2B5EF4-FFF2-40B4-BE49-F238E27FC236}">
                  <a16:creationId xmlns:a16="http://schemas.microsoft.com/office/drawing/2014/main" id="{9B5ACE5D-69AF-BCBD-9D06-07DDCE0D07AE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583024" y="3913650"/>
              <a:ext cx="1428307" cy="115690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" name="Google Shape;151;p23">
              <a:extLst>
                <a:ext uri="{FF2B5EF4-FFF2-40B4-BE49-F238E27FC236}">
                  <a16:creationId xmlns:a16="http://schemas.microsoft.com/office/drawing/2014/main" id="{5C4C16C9-0C0C-0D60-EA13-44F5629518E7}"/>
                </a:ext>
              </a:extLst>
            </p:cNvPr>
            <p:cNvSpPr txBox="1"/>
            <p:nvPr/>
          </p:nvSpPr>
          <p:spPr>
            <a:xfrm>
              <a:off x="1767524" y="3574236"/>
              <a:ext cx="1059306" cy="32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450" b="1" dirty="0">
                  <a:latin typeface="Calibri"/>
                  <a:ea typeface="Calibri"/>
                  <a:cs typeface="Calibri"/>
                  <a:sym typeface="Calibri"/>
                </a:rPr>
                <a:t>WFA</a:t>
              </a:r>
              <a:endParaRPr sz="1450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" name="Google Shape;469;p31">
            <a:extLst>
              <a:ext uri="{FF2B5EF4-FFF2-40B4-BE49-F238E27FC236}">
                <a16:creationId xmlns:a16="http://schemas.microsoft.com/office/drawing/2014/main" id="{3B926F55-B11C-2939-FA90-58951132A6F6}"/>
              </a:ext>
            </a:extLst>
          </p:cNvPr>
          <p:cNvSpPr txBox="1"/>
          <p:nvPr/>
        </p:nvSpPr>
        <p:spPr>
          <a:xfrm>
            <a:off x="1247579" y="714968"/>
            <a:ext cx="2444829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600" b="1" dirty="0" err="1">
                <a:solidFill>
                  <a:srgbClr val="C00000"/>
                </a:solidFill>
              </a:rPr>
              <a:t>Algorithmic</a:t>
            </a:r>
            <a:r>
              <a:rPr lang="ca-ES" sz="1600" b="1" dirty="0">
                <a:solidFill>
                  <a:srgbClr val="C00000"/>
                </a:solidFill>
              </a:rPr>
              <a:t> </a:t>
            </a:r>
            <a:r>
              <a:rPr lang="ca-ES" sz="1600" b="1" dirty="0" err="1">
                <a:solidFill>
                  <a:srgbClr val="C00000"/>
                </a:solidFill>
              </a:rPr>
              <a:t>complexity</a:t>
            </a:r>
            <a:endParaRPr sz="1600" b="1" dirty="0">
              <a:solidFill>
                <a:srgbClr val="C00000"/>
              </a:solidFill>
            </a:endParaRPr>
          </a:p>
        </p:txBody>
      </p:sp>
      <p:sp>
        <p:nvSpPr>
          <p:cNvPr id="6" name="Google Shape;469;p31">
            <a:extLst>
              <a:ext uri="{FF2B5EF4-FFF2-40B4-BE49-F238E27FC236}">
                <a16:creationId xmlns:a16="http://schemas.microsoft.com/office/drawing/2014/main" id="{E541B946-254C-FEA9-82BE-05436D9BB784}"/>
              </a:ext>
            </a:extLst>
          </p:cNvPr>
          <p:cNvSpPr txBox="1"/>
          <p:nvPr/>
        </p:nvSpPr>
        <p:spPr>
          <a:xfrm>
            <a:off x="4255105" y="708041"/>
            <a:ext cx="3440495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600" b="1" dirty="0">
                <a:solidFill>
                  <a:srgbClr val="C00000"/>
                </a:solidFill>
              </a:rPr>
              <a:t>Hardware-</a:t>
            </a:r>
            <a:r>
              <a:rPr lang="ca-ES" sz="1600" b="1" dirty="0" err="1">
                <a:solidFill>
                  <a:srgbClr val="C00000"/>
                </a:solidFill>
              </a:rPr>
              <a:t>based</a:t>
            </a:r>
            <a:r>
              <a:rPr lang="ca-ES" sz="1600" b="1" dirty="0">
                <a:solidFill>
                  <a:srgbClr val="C00000"/>
                </a:solidFill>
              </a:rPr>
              <a:t> </a:t>
            </a:r>
            <a:r>
              <a:rPr lang="ca-ES" sz="1600" b="1" dirty="0" err="1">
                <a:solidFill>
                  <a:srgbClr val="C00000"/>
                </a:solidFill>
              </a:rPr>
              <a:t>requirements</a:t>
            </a:r>
            <a:endParaRPr sz="1600"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9" grpId="0"/>
      <p:bldP spid="470" grpId="0"/>
      <p:bldP spid="471" grpId="0"/>
      <p:bldP spid="472" grpId="0"/>
      <p:bldP spid="473" grpId="0"/>
      <p:bldP spid="474" grpId="0"/>
      <p:bldP spid="475" grpId="0"/>
      <p:bldP spid="476" grpId="0"/>
      <p:bldP spid="477" grpId="0"/>
      <p:bldP spid="499" grpId="0"/>
      <p:bldP spid="3" grpId="0"/>
      <p:bldP spid="4" grpId="0"/>
      <p:bldP spid="10" grpId="0"/>
      <p:bldP spid="11" grpId="0"/>
      <p:bldP spid="12" grpId="0"/>
      <p:bldP spid="14" grpId="0"/>
      <p:bldP spid="5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52B0C05-CCC1-27AA-FB83-D46A20421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A895EC-F386-0489-9C1D-A2881F347FCD}"/>
              </a:ext>
            </a:extLst>
          </p:cNvPr>
          <p:cNvSpPr/>
          <p:nvPr/>
        </p:nvSpPr>
        <p:spPr>
          <a:xfrm>
            <a:off x="135732" y="182436"/>
            <a:ext cx="7300912" cy="48786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14" name="Google Shape;143;p23">
            <a:extLst>
              <a:ext uri="{FF2B5EF4-FFF2-40B4-BE49-F238E27FC236}">
                <a16:creationId xmlns:a16="http://schemas.microsoft.com/office/drawing/2014/main" id="{4C7149EB-2261-C363-C7F2-8234D14D896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1426107" y="1363807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3">
            <a:extLst>
              <a:ext uri="{FF2B5EF4-FFF2-40B4-BE49-F238E27FC236}">
                <a16:creationId xmlns:a16="http://schemas.microsoft.com/office/drawing/2014/main" id="{E8675570-856A-ED72-AE20-2B25D8F679D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295019" y="333827"/>
            <a:ext cx="761387" cy="774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499;p31">
            <a:extLst>
              <a:ext uri="{FF2B5EF4-FFF2-40B4-BE49-F238E27FC236}">
                <a16:creationId xmlns:a16="http://schemas.microsoft.com/office/drawing/2014/main" id="{9C546FCC-79EE-E54F-0641-080C2E572413}"/>
              </a:ext>
            </a:extLst>
          </p:cNvPr>
          <p:cNvSpPr/>
          <p:nvPr/>
        </p:nvSpPr>
        <p:spPr>
          <a:xfrm>
            <a:off x="2122841" y="387218"/>
            <a:ext cx="4898318" cy="115265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002060"/>
                </a:solidFill>
                <a:latin typeface="Arial Narrow" panose="020B0606020202030204" pitchFamily="34" charset="0"/>
              </a:rPr>
              <a:t>At some point, the computed band cannot guarantee that the optimal alignment must necessarily be inside the band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AAB1404-B058-A962-76AE-2BA8DB475440}"/>
              </a:ext>
            </a:extLst>
          </p:cNvPr>
          <p:cNvSpPr/>
          <p:nvPr/>
        </p:nvSpPr>
        <p:spPr>
          <a:xfrm>
            <a:off x="2211324" y="1805459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Google Shape;499;p31">
            <a:extLst>
              <a:ext uri="{FF2B5EF4-FFF2-40B4-BE49-F238E27FC236}">
                <a16:creationId xmlns:a16="http://schemas.microsoft.com/office/drawing/2014/main" id="{6A2E85B0-218A-D82B-3298-28100E3D8CD0}"/>
              </a:ext>
            </a:extLst>
          </p:cNvPr>
          <p:cNvSpPr/>
          <p:nvPr/>
        </p:nvSpPr>
        <p:spPr>
          <a:xfrm>
            <a:off x="307692" y="2628991"/>
            <a:ext cx="6956991" cy="51633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 err="1">
                <a:solidFill>
                  <a:srgbClr val="C00000"/>
                </a:solidFill>
              </a:rPr>
              <a:t>QuickED</a:t>
            </a:r>
            <a:r>
              <a:rPr lang="en-US" sz="2000" b="1" noProof="0" dirty="0">
                <a:solidFill>
                  <a:srgbClr val="C00000"/>
                </a:solidFill>
              </a:rPr>
              <a:t> rationale</a:t>
            </a:r>
            <a:r>
              <a:rPr lang="en-US" sz="2000" noProof="0" dirty="0">
                <a:solidFill>
                  <a:srgbClr val="C00000"/>
                </a:solidFill>
              </a:rPr>
              <a:t>: continue till the end and get a </a:t>
            </a:r>
            <a:r>
              <a:rPr lang="en-US" sz="2000" b="1" noProof="0" dirty="0">
                <a:solidFill>
                  <a:srgbClr val="C00000"/>
                </a:solidFill>
              </a:rPr>
              <a:t>bound</a:t>
            </a:r>
          </a:p>
        </p:txBody>
      </p:sp>
      <p:sp>
        <p:nvSpPr>
          <p:cNvPr id="12" name="Google Shape;499;p31">
            <a:extLst>
              <a:ext uri="{FF2B5EF4-FFF2-40B4-BE49-F238E27FC236}">
                <a16:creationId xmlns:a16="http://schemas.microsoft.com/office/drawing/2014/main" id="{0324A902-9880-962D-E645-FB9B9110C11F}"/>
              </a:ext>
            </a:extLst>
          </p:cNvPr>
          <p:cNvSpPr/>
          <p:nvPr/>
        </p:nvSpPr>
        <p:spPr>
          <a:xfrm>
            <a:off x="901349" y="3223850"/>
            <a:ext cx="5479972" cy="51633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007E39"/>
                </a:solidFill>
              </a:rPr>
              <a:t>WFA</a:t>
            </a:r>
            <a:r>
              <a:rPr lang="en-US" sz="2000" noProof="0" dirty="0">
                <a:solidFill>
                  <a:srgbClr val="007E39"/>
                </a:solidFill>
              </a:rPr>
              <a:t>: follow most promising band</a:t>
            </a:r>
          </a:p>
        </p:txBody>
      </p:sp>
      <p:pic>
        <p:nvPicPr>
          <p:cNvPr id="13" name="Google Shape;143;p23">
            <a:extLst>
              <a:ext uri="{FF2B5EF4-FFF2-40B4-BE49-F238E27FC236}">
                <a16:creationId xmlns:a16="http://schemas.microsoft.com/office/drawing/2014/main" id="{DBBA58B3-1171-A87A-DD85-157504F5D82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855947" y="847396"/>
            <a:ext cx="761387" cy="7749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3830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2033" y="453431"/>
            <a:ext cx="4767230" cy="4557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3775" y="466017"/>
            <a:ext cx="2340437" cy="2105733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3"/>
          <p:cNvSpPr txBox="1"/>
          <p:nvPr/>
        </p:nvSpPr>
        <p:spPr>
          <a:xfrm>
            <a:off x="1292535" y="200018"/>
            <a:ext cx="556891" cy="3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s" sz="1485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DP</a:t>
            </a:r>
            <a:endParaRPr sz="1485" b="1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3"/>
          <p:cNvSpPr txBox="1"/>
          <p:nvPr/>
        </p:nvSpPr>
        <p:spPr>
          <a:xfrm>
            <a:off x="3532095" y="132430"/>
            <a:ext cx="2458500" cy="3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latin typeface="Calibri"/>
                <a:ea typeface="Calibri"/>
                <a:cs typeface="Calibri"/>
                <a:sym typeface="Calibri"/>
              </a:rPr>
              <a:t>WFA</a:t>
            </a:r>
            <a:endParaRPr sz="1450" b="1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71B2476-45C8-2E0B-8625-75E1CEA4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3B3ED4-3380-692D-0868-E82CD928085A}"/>
              </a:ext>
            </a:extLst>
          </p:cNvPr>
          <p:cNvSpPr/>
          <p:nvPr/>
        </p:nvSpPr>
        <p:spPr>
          <a:xfrm>
            <a:off x="136316" y="198430"/>
            <a:ext cx="7300912" cy="48786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26" name="Imatge 25">
            <a:extLst>
              <a:ext uri="{FF2B5EF4-FFF2-40B4-BE49-F238E27FC236}">
                <a16:creationId xmlns:a16="http://schemas.microsoft.com/office/drawing/2014/main" id="{9B81958A-9CBD-2DE6-9D4F-4B8C975FC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833082" y="486297"/>
            <a:ext cx="1102335" cy="1102335"/>
          </a:xfrm>
          <a:prstGeom prst="rect">
            <a:avLst/>
          </a:prstGeom>
        </p:spPr>
      </p:pic>
      <p:pic>
        <p:nvPicPr>
          <p:cNvPr id="143" name="Google Shape;143;p23">
            <a:extLst>
              <a:ext uri="{FF2B5EF4-FFF2-40B4-BE49-F238E27FC236}">
                <a16:creationId xmlns:a16="http://schemas.microsoft.com/office/drawing/2014/main" id="{514C9AAF-CF60-BA81-CF57-8607DD9DD70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8500630">
            <a:off x="310196" y="305859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43;p23">
            <a:extLst>
              <a:ext uri="{FF2B5EF4-FFF2-40B4-BE49-F238E27FC236}">
                <a16:creationId xmlns:a16="http://schemas.microsoft.com/office/drawing/2014/main" id="{CA8EDADA-7EC5-5665-05C8-57135BD5777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8495684">
            <a:off x="899156" y="782696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143;p23">
            <a:extLst>
              <a:ext uri="{FF2B5EF4-FFF2-40B4-BE49-F238E27FC236}">
                <a16:creationId xmlns:a16="http://schemas.microsoft.com/office/drawing/2014/main" id="{D3452A2C-0D59-614A-844E-B216B756CE1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8495684">
            <a:off x="1508755" y="1256564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43;p23">
            <a:extLst>
              <a:ext uri="{FF2B5EF4-FFF2-40B4-BE49-F238E27FC236}">
                <a16:creationId xmlns:a16="http://schemas.microsoft.com/office/drawing/2014/main" id="{4CB55FB2-BD70-00ED-5D05-E22FB0F34B7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8495684">
            <a:off x="2105836" y="1723456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Imatge 5">
            <a:extLst>
              <a:ext uri="{FF2B5EF4-FFF2-40B4-BE49-F238E27FC236}">
                <a16:creationId xmlns:a16="http://schemas.microsoft.com/office/drawing/2014/main" id="{B1FE89EE-C7ED-5896-A147-080C9F2DC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753" y="2031242"/>
            <a:ext cx="1085182" cy="1085182"/>
          </a:xfrm>
          <a:prstGeom prst="rect">
            <a:avLst/>
          </a:prstGeom>
        </p:spPr>
      </p:pic>
      <p:pic>
        <p:nvPicPr>
          <p:cNvPr id="7" name="Imatge 6">
            <a:extLst>
              <a:ext uri="{FF2B5EF4-FFF2-40B4-BE49-F238E27FC236}">
                <a16:creationId xmlns:a16="http://schemas.microsoft.com/office/drawing/2014/main" id="{D2A127A7-EC9A-60D5-7103-6E9200DF7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007" y="2155125"/>
            <a:ext cx="1085182" cy="1085182"/>
          </a:xfrm>
          <a:prstGeom prst="rect">
            <a:avLst/>
          </a:prstGeom>
        </p:spPr>
      </p:pic>
      <p:pic>
        <p:nvPicPr>
          <p:cNvPr id="8" name="Imatge 7">
            <a:extLst>
              <a:ext uri="{FF2B5EF4-FFF2-40B4-BE49-F238E27FC236}">
                <a16:creationId xmlns:a16="http://schemas.microsoft.com/office/drawing/2014/main" id="{0BB64B53-DCF4-0D1A-920E-C4F5775CA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380" y="2751451"/>
            <a:ext cx="1102335" cy="1102335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F9842C39-1291-291E-F777-C305D16E80B0}"/>
              </a:ext>
            </a:extLst>
          </p:cNvPr>
          <p:cNvSpPr/>
          <p:nvPr/>
        </p:nvSpPr>
        <p:spPr>
          <a:xfrm>
            <a:off x="2199236" y="1806963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E230FFB-4252-87BB-164D-D5A52F9BB3CB}"/>
              </a:ext>
            </a:extLst>
          </p:cNvPr>
          <p:cNvSpPr/>
          <p:nvPr/>
        </p:nvSpPr>
        <p:spPr>
          <a:xfrm>
            <a:off x="1755776" y="1147302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4C701C0-6F23-8A37-092A-6A51E343C662}"/>
              </a:ext>
            </a:extLst>
          </p:cNvPr>
          <p:cNvSpPr/>
          <p:nvPr/>
        </p:nvSpPr>
        <p:spPr>
          <a:xfrm>
            <a:off x="1395985" y="1647674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8468BD9-6F93-D017-F1DE-946BAB9BD088}"/>
              </a:ext>
            </a:extLst>
          </p:cNvPr>
          <p:cNvSpPr/>
          <p:nvPr/>
        </p:nvSpPr>
        <p:spPr>
          <a:xfrm>
            <a:off x="7414369" y="5017319"/>
            <a:ext cx="45719" cy="4571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4" name="Forma lliure: forma 13">
            <a:extLst>
              <a:ext uri="{FF2B5EF4-FFF2-40B4-BE49-F238E27FC236}">
                <a16:creationId xmlns:a16="http://schemas.microsoft.com/office/drawing/2014/main" id="{D50496D6-0DCE-7DA5-239D-ABC889170193}"/>
              </a:ext>
            </a:extLst>
          </p:cNvPr>
          <p:cNvSpPr/>
          <p:nvPr/>
        </p:nvSpPr>
        <p:spPr>
          <a:xfrm>
            <a:off x="1787549" y="1180341"/>
            <a:ext cx="5714094" cy="3870068"/>
          </a:xfrm>
          <a:custGeom>
            <a:avLst/>
            <a:gdLst>
              <a:gd name="csX0" fmla="*/ 0 w 5714094"/>
              <a:gd name="csY0" fmla="*/ 9067 h 3870068"/>
              <a:gd name="csX1" fmla="*/ 178755 w 5714094"/>
              <a:gd name="csY1" fmla="*/ 15942 h 3870068"/>
              <a:gd name="csX2" fmla="*/ 302508 w 5714094"/>
              <a:gd name="csY2" fmla="*/ 29692 h 3870068"/>
              <a:gd name="csX3" fmla="*/ 391886 w 5714094"/>
              <a:gd name="csY3" fmla="*/ 70943 h 3870068"/>
              <a:gd name="csX4" fmla="*/ 515639 w 5714094"/>
              <a:gd name="csY4" fmla="*/ 112194 h 3870068"/>
              <a:gd name="csX5" fmla="*/ 550015 w 5714094"/>
              <a:gd name="csY5" fmla="*/ 125945 h 3870068"/>
              <a:gd name="csX6" fmla="*/ 721895 w 5714094"/>
              <a:gd name="csY6" fmla="*/ 242823 h 3870068"/>
              <a:gd name="csX7" fmla="*/ 880024 w 5714094"/>
              <a:gd name="csY7" fmla="*/ 414703 h 3870068"/>
              <a:gd name="csX8" fmla="*/ 928150 w 5714094"/>
              <a:gd name="csY8" fmla="*/ 462829 h 3870068"/>
              <a:gd name="csX9" fmla="*/ 1120656 w 5714094"/>
              <a:gd name="csY9" fmla="*/ 607208 h 3870068"/>
              <a:gd name="csX10" fmla="*/ 1203158 w 5714094"/>
              <a:gd name="csY10" fmla="*/ 662209 h 3870068"/>
              <a:gd name="csX11" fmla="*/ 1368162 w 5714094"/>
              <a:gd name="csY11" fmla="*/ 758462 h 3870068"/>
              <a:gd name="csX12" fmla="*/ 1402538 w 5714094"/>
              <a:gd name="csY12" fmla="*/ 785963 h 3870068"/>
              <a:gd name="csX13" fmla="*/ 1608794 w 5714094"/>
              <a:gd name="csY13" fmla="*/ 909716 h 3870068"/>
              <a:gd name="csX14" fmla="*/ 1670671 w 5714094"/>
              <a:gd name="csY14" fmla="*/ 964718 h 3870068"/>
              <a:gd name="csX15" fmla="*/ 1863176 w 5714094"/>
              <a:gd name="csY15" fmla="*/ 1081596 h 3870068"/>
              <a:gd name="csX16" fmla="*/ 1986929 w 5714094"/>
              <a:gd name="csY16" fmla="*/ 1205349 h 3870068"/>
              <a:gd name="csX17" fmla="*/ 2083182 w 5714094"/>
              <a:gd name="csY17" fmla="*/ 1246600 h 3870068"/>
              <a:gd name="csX18" fmla="*/ 2316938 w 5714094"/>
              <a:gd name="csY18" fmla="*/ 1425355 h 3870068"/>
              <a:gd name="csX19" fmla="*/ 2440692 w 5714094"/>
              <a:gd name="csY19" fmla="*/ 1514733 h 3870068"/>
              <a:gd name="csX20" fmla="*/ 2530069 w 5714094"/>
              <a:gd name="csY20" fmla="*/ 1576609 h 3870068"/>
              <a:gd name="csX21" fmla="*/ 2667573 w 5714094"/>
              <a:gd name="csY21" fmla="*/ 1672862 h 3870068"/>
              <a:gd name="csX22" fmla="*/ 2770701 w 5714094"/>
              <a:gd name="csY22" fmla="*/ 1741614 h 3870068"/>
              <a:gd name="csX23" fmla="*/ 2853203 w 5714094"/>
              <a:gd name="csY23" fmla="*/ 1803491 h 3870068"/>
              <a:gd name="csX24" fmla="*/ 3169462 w 5714094"/>
              <a:gd name="csY24" fmla="*/ 2002871 h 3870068"/>
              <a:gd name="csX25" fmla="*/ 3293215 w 5714094"/>
              <a:gd name="csY25" fmla="*/ 2099124 h 3870068"/>
              <a:gd name="csX26" fmla="*/ 3478845 w 5714094"/>
              <a:gd name="csY26" fmla="*/ 2202251 h 3870068"/>
              <a:gd name="csX27" fmla="*/ 3671350 w 5714094"/>
              <a:gd name="csY27" fmla="*/ 2339755 h 3870068"/>
              <a:gd name="csX28" fmla="*/ 3767603 w 5714094"/>
              <a:gd name="csY28" fmla="*/ 2401632 h 3870068"/>
              <a:gd name="csX29" fmla="*/ 3801979 w 5714094"/>
              <a:gd name="csY29" fmla="*/ 2436008 h 3870068"/>
              <a:gd name="csX30" fmla="*/ 3911982 w 5714094"/>
              <a:gd name="csY30" fmla="*/ 2511635 h 3870068"/>
              <a:gd name="csX31" fmla="*/ 4063236 w 5714094"/>
              <a:gd name="csY31" fmla="*/ 2621638 h 3870068"/>
              <a:gd name="csX32" fmla="*/ 4248866 w 5714094"/>
              <a:gd name="csY32" fmla="*/ 2724766 h 3870068"/>
              <a:gd name="csX33" fmla="*/ 4943260 w 5714094"/>
              <a:gd name="csY33" fmla="*/ 3109776 h 3870068"/>
              <a:gd name="csX34" fmla="*/ 5012012 w 5714094"/>
              <a:gd name="csY34" fmla="*/ 3178528 h 3870068"/>
              <a:gd name="csX35" fmla="*/ 5060138 w 5714094"/>
              <a:gd name="csY35" fmla="*/ 3206029 h 3870068"/>
              <a:gd name="csX36" fmla="*/ 5067013 w 5714094"/>
              <a:gd name="csY36" fmla="*/ 3233530 h 3870068"/>
              <a:gd name="csX37" fmla="*/ 5101389 w 5714094"/>
              <a:gd name="csY37" fmla="*/ 3288531 h 3870068"/>
              <a:gd name="csX38" fmla="*/ 5122015 w 5714094"/>
              <a:gd name="csY38" fmla="*/ 3329782 h 3870068"/>
              <a:gd name="csX39" fmla="*/ 5135765 w 5714094"/>
              <a:gd name="csY39" fmla="*/ 3350408 h 3870068"/>
              <a:gd name="csX40" fmla="*/ 5163266 w 5714094"/>
              <a:gd name="csY40" fmla="*/ 3398534 h 3870068"/>
              <a:gd name="csX41" fmla="*/ 5245768 w 5714094"/>
              <a:gd name="csY41" fmla="*/ 3494787 h 3870068"/>
              <a:gd name="csX42" fmla="*/ 5266394 w 5714094"/>
              <a:gd name="csY42" fmla="*/ 3522288 h 3870068"/>
              <a:gd name="csX43" fmla="*/ 5369522 w 5714094"/>
              <a:gd name="csY43" fmla="*/ 3563539 h 3870068"/>
              <a:gd name="csX44" fmla="*/ 5410773 w 5714094"/>
              <a:gd name="csY44" fmla="*/ 3604790 h 3870068"/>
              <a:gd name="csX45" fmla="*/ 5438274 w 5714094"/>
              <a:gd name="csY45" fmla="*/ 3625415 h 3870068"/>
              <a:gd name="csX46" fmla="*/ 5458899 w 5714094"/>
              <a:gd name="csY46" fmla="*/ 3652916 h 3870068"/>
              <a:gd name="csX47" fmla="*/ 5527651 w 5714094"/>
              <a:gd name="csY47" fmla="*/ 3714793 h 3870068"/>
              <a:gd name="csX48" fmla="*/ 5713281 w 5714094"/>
              <a:gd name="csY48" fmla="*/ 3866047 h 3870068"/>
              <a:gd name="csX49" fmla="*/ 5672030 w 5714094"/>
              <a:gd name="csY49" fmla="*/ 3852297 h 3870068"/>
              <a:gd name="csX50" fmla="*/ 5637654 w 5714094"/>
              <a:gd name="csY50" fmla="*/ 3824796 h 3870068"/>
              <a:gd name="csX51" fmla="*/ 5617028 w 5714094"/>
              <a:gd name="csY51" fmla="*/ 3811045 h 3870068"/>
              <a:gd name="csX52" fmla="*/ 5596403 w 5714094"/>
              <a:gd name="csY52" fmla="*/ 3783545 h 3870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</a:cxnLst>
            <a:rect l="l" t="t" r="r" b="b"/>
            <a:pathLst>
              <a:path w="5714094" h="3870068">
                <a:moveTo>
                  <a:pt x="0" y="9067"/>
                </a:moveTo>
                <a:cubicBezTo>
                  <a:pt x="80868" y="-7109"/>
                  <a:pt x="26519" y="328"/>
                  <a:pt x="178755" y="15942"/>
                </a:cubicBezTo>
                <a:lnTo>
                  <a:pt x="302508" y="29692"/>
                </a:lnTo>
                <a:cubicBezTo>
                  <a:pt x="332301" y="43442"/>
                  <a:pt x="361286" y="59098"/>
                  <a:pt x="391886" y="70943"/>
                </a:cubicBezTo>
                <a:cubicBezTo>
                  <a:pt x="432436" y="86640"/>
                  <a:pt x="474570" y="97909"/>
                  <a:pt x="515639" y="112194"/>
                </a:cubicBezTo>
                <a:cubicBezTo>
                  <a:pt x="527295" y="116248"/>
                  <a:pt x="539126" y="120137"/>
                  <a:pt x="550015" y="125945"/>
                </a:cubicBezTo>
                <a:cubicBezTo>
                  <a:pt x="605864" y="155732"/>
                  <a:pt x="676099" y="204660"/>
                  <a:pt x="721895" y="242823"/>
                </a:cubicBezTo>
                <a:cubicBezTo>
                  <a:pt x="781133" y="292189"/>
                  <a:pt x="826517" y="361196"/>
                  <a:pt x="880024" y="414703"/>
                </a:cubicBezTo>
                <a:cubicBezTo>
                  <a:pt x="896066" y="430745"/>
                  <a:pt x="910721" y="448305"/>
                  <a:pt x="928150" y="462829"/>
                </a:cubicBezTo>
                <a:cubicBezTo>
                  <a:pt x="1166975" y="661848"/>
                  <a:pt x="1014876" y="538762"/>
                  <a:pt x="1120656" y="607208"/>
                </a:cubicBezTo>
                <a:cubicBezTo>
                  <a:pt x="1148405" y="625163"/>
                  <a:pt x="1174956" y="644974"/>
                  <a:pt x="1203158" y="662209"/>
                </a:cubicBezTo>
                <a:cubicBezTo>
                  <a:pt x="1257491" y="695413"/>
                  <a:pt x="1314061" y="724882"/>
                  <a:pt x="1368162" y="758462"/>
                </a:cubicBezTo>
                <a:cubicBezTo>
                  <a:pt x="1380630" y="766201"/>
                  <a:pt x="1390114" y="778154"/>
                  <a:pt x="1402538" y="785963"/>
                </a:cubicBezTo>
                <a:cubicBezTo>
                  <a:pt x="1470420" y="828631"/>
                  <a:pt x="1548868" y="856449"/>
                  <a:pt x="1608794" y="909716"/>
                </a:cubicBezTo>
                <a:cubicBezTo>
                  <a:pt x="1629420" y="928050"/>
                  <a:pt x="1648017" y="948959"/>
                  <a:pt x="1670671" y="964718"/>
                </a:cubicBezTo>
                <a:cubicBezTo>
                  <a:pt x="1768272" y="1032614"/>
                  <a:pt x="1768630" y="1005959"/>
                  <a:pt x="1863176" y="1081596"/>
                </a:cubicBezTo>
                <a:cubicBezTo>
                  <a:pt x="1993217" y="1185629"/>
                  <a:pt x="1774944" y="1066744"/>
                  <a:pt x="1986929" y="1205349"/>
                </a:cubicBezTo>
                <a:cubicBezTo>
                  <a:pt x="2016145" y="1224452"/>
                  <a:pt x="2054138" y="1227237"/>
                  <a:pt x="2083182" y="1246600"/>
                </a:cubicBezTo>
                <a:cubicBezTo>
                  <a:pt x="2164798" y="1301011"/>
                  <a:pt x="2238466" y="1366501"/>
                  <a:pt x="2316938" y="1425355"/>
                </a:cubicBezTo>
                <a:cubicBezTo>
                  <a:pt x="2357646" y="1455886"/>
                  <a:pt x="2399195" y="1485284"/>
                  <a:pt x="2440692" y="1514733"/>
                </a:cubicBezTo>
                <a:cubicBezTo>
                  <a:pt x="2470242" y="1535704"/>
                  <a:pt x="2500342" y="1555890"/>
                  <a:pt x="2530069" y="1576609"/>
                </a:cubicBezTo>
                <a:lnTo>
                  <a:pt x="2667573" y="1672862"/>
                </a:lnTo>
                <a:cubicBezTo>
                  <a:pt x="2701647" y="1696227"/>
                  <a:pt x="2737649" y="1716825"/>
                  <a:pt x="2770701" y="1741614"/>
                </a:cubicBezTo>
                <a:cubicBezTo>
                  <a:pt x="2798202" y="1762240"/>
                  <a:pt x="2824449" y="1784652"/>
                  <a:pt x="2853203" y="1803491"/>
                </a:cubicBezTo>
                <a:cubicBezTo>
                  <a:pt x="2957443" y="1871786"/>
                  <a:pt x="3073011" y="1923956"/>
                  <a:pt x="3169462" y="2002871"/>
                </a:cubicBezTo>
                <a:cubicBezTo>
                  <a:pt x="3192752" y="2021927"/>
                  <a:pt x="3259496" y="2079290"/>
                  <a:pt x="3293215" y="2099124"/>
                </a:cubicBezTo>
                <a:cubicBezTo>
                  <a:pt x="3354226" y="2135013"/>
                  <a:pt x="3419127" y="2164249"/>
                  <a:pt x="3478845" y="2202251"/>
                </a:cubicBezTo>
                <a:cubicBezTo>
                  <a:pt x="3545373" y="2244587"/>
                  <a:pt x="3606459" y="2294949"/>
                  <a:pt x="3671350" y="2339755"/>
                </a:cubicBezTo>
                <a:cubicBezTo>
                  <a:pt x="3702737" y="2361427"/>
                  <a:pt x="3736896" y="2379006"/>
                  <a:pt x="3767603" y="2401632"/>
                </a:cubicBezTo>
                <a:cubicBezTo>
                  <a:pt x="3780649" y="2411245"/>
                  <a:pt x="3789089" y="2426187"/>
                  <a:pt x="3801979" y="2436008"/>
                </a:cubicBezTo>
                <a:cubicBezTo>
                  <a:pt x="3837374" y="2462975"/>
                  <a:pt x="3875709" y="2485862"/>
                  <a:pt x="3911982" y="2511635"/>
                </a:cubicBezTo>
                <a:cubicBezTo>
                  <a:pt x="3962802" y="2547744"/>
                  <a:pt x="4006267" y="2596319"/>
                  <a:pt x="4063236" y="2621638"/>
                </a:cubicBezTo>
                <a:cubicBezTo>
                  <a:pt x="4386589" y="2765349"/>
                  <a:pt x="4049641" y="2603718"/>
                  <a:pt x="4248866" y="2724766"/>
                </a:cubicBezTo>
                <a:cubicBezTo>
                  <a:pt x="4701070" y="2999523"/>
                  <a:pt x="4604025" y="2945630"/>
                  <a:pt x="4943260" y="3109776"/>
                </a:cubicBezTo>
                <a:cubicBezTo>
                  <a:pt x="4966177" y="3132693"/>
                  <a:pt x="4986994" y="3157925"/>
                  <a:pt x="5012012" y="3178528"/>
                </a:cubicBezTo>
                <a:cubicBezTo>
                  <a:pt x="5026275" y="3190274"/>
                  <a:pt x="5047073" y="3192964"/>
                  <a:pt x="5060138" y="3206029"/>
                </a:cubicBezTo>
                <a:cubicBezTo>
                  <a:pt x="5066819" y="3212711"/>
                  <a:pt x="5062787" y="3225078"/>
                  <a:pt x="5067013" y="3233530"/>
                </a:cubicBezTo>
                <a:cubicBezTo>
                  <a:pt x="5076682" y="3252868"/>
                  <a:pt x="5090662" y="3269760"/>
                  <a:pt x="5101389" y="3288531"/>
                </a:cubicBezTo>
                <a:cubicBezTo>
                  <a:pt x="5109016" y="3301879"/>
                  <a:pt x="5114549" y="3316343"/>
                  <a:pt x="5122015" y="3329782"/>
                </a:cubicBezTo>
                <a:cubicBezTo>
                  <a:pt x="5126028" y="3337005"/>
                  <a:pt x="5131514" y="3343323"/>
                  <a:pt x="5135765" y="3350408"/>
                </a:cubicBezTo>
                <a:cubicBezTo>
                  <a:pt x="5145271" y="3366251"/>
                  <a:pt x="5152068" y="3383837"/>
                  <a:pt x="5163266" y="3398534"/>
                </a:cubicBezTo>
                <a:cubicBezTo>
                  <a:pt x="5188876" y="3432147"/>
                  <a:pt x="5218715" y="3462324"/>
                  <a:pt x="5245768" y="3494787"/>
                </a:cubicBezTo>
                <a:cubicBezTo>
                  <a:pt x="5253104" y="3503590"/>
                  <a:pt x="5256377" y="3516723"/>
                  <a:pt x="5266394" y="3522288"/>
                </a:cubicBezTo>
                <a:cubicBezTo>
                  <a:pt x="5298759" y="3540268"/>
                  <a:pt x="5335146" y="3549789"/>
                  <a:pt x="5369522" y="3563539"/>
                </a:cubicBezTo>
                <a:cubicBezTo>
                  <a:pt x="5383272" y="3577289"/>
                  <a:pt x="5395216" y="3593123"/>
                  <a:pt x="5410773" y="3604790"/>
                </a:cubicBezTo>
                <a:cubicBezTo>
                  <a:pt x="5419940" y="3611665"/>
                  <a:pt x="5430172" y="3617313"/>
                  <a:pt x="5438274" y="3625415"/>
                </a:cubicBezTo>
                <a:cubicBezTo>
                  <a:pt x="5446376" y="3633517"/>
                  <a:pt x="5451234" y="3644399"/>
                  <a:pt x="5458899" y="3652916"/>
                </a:cubicBezTo>
                <a:cubicBezTo>
                  <a:pt x="5487855" y="3685089"/>
                  <a:pt x="5496613" y="3692623"/>
                  <a:pt x="5527651" y="3714793"/>
                </a:cubicBezTo>
                <a:cubicBezTo>
                  <a:pt x="5554673" y="3734095"/>
                  <a:pt x="5689872" y="3819230"/>
                  <a:pt x="5713281" y="3866047"/>
                </a:cubicBezTo>
                <a:cubicBezTo>
                  <a:pt x="5719763" y="3879011"/>
                  <a:pt x="5685780" y="3856880"/>
                  <a:pt x="5672030" y="3852297"/>
                </a:cubicBezTo>
                <a:cubicBezTo>
                  <a:pt x="5660571" y="3843130"/>
                  <a:pt x="5649393" y="3833601"/>
                  <a:pt x="5637654" y="3824796"/>
                </a:cubicBezTo>
                <a:cubicBezTo>
                  <a:pt x="5631043" y="3819838"/>
                  <a:pt x="5622871" y="3816888"/>
                  <a:pt x="5617028" y="3811045"/>
                </a:cubicBezTo>
                <a:cubicBezTo>
                  <a:pt x="5608926" y="3802943"/>
                  <a:pt x="5603278" y="3792712"/>
                  <a:pt x="5596403" y="3783545"/>
                </a:cubicBez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15" name="Imatge 14">
            <a:extLst>
              <a:ext uri="{FF2B5EF4-FFF2-40B4-BE49-F238E27FC236}">
                <a16:creationId xmlns:a16="http://schemas.microsoft.com/office/drawing/2014/main" id="{34FFD8E0-87D2-396C-4805-D6668A244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254" y="1905691"/>
            <a:ext cx="1085182" cy="1085182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1C712179-15E4-CC04-BFC5-BD474F74B968}"/>
              </a:ext>
            </a:extLst>
          </p:cNvPr>
          <p:cNvSpPr/>
          <p:nvPr/>
        </p:nvSpPr>
        <p:spPr>
          <a:xfrm>
            <a:off x="1153375" y="673433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5601FD7-C484-FFAB-6709-BDD933964CE0}"/>
              </a:ext>
            </a:extLst>
          </p:cNvPr>
          <p:cNvSpPr/>
          <p:nvPr/>
        </p:nvSpPr>
        <p:spPr>
          <a:xfrm>
            <a:off x="3858967" y="2246553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47771DC-56CE-C013-C702-17450CFCE271}"/>
              </a:ext>
            </a:extLst>
          </p:cNvPr>
          <p:cNvSpPr/>
          <p:nvPr/>
        </p:nvSpPr>
        <p:spPr>
          <a:xfrm>
            <a:off x="2719038" y="1189431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5E00CC4-F63F-767E-9526-7C60C0A7E3FD}"/>
              </a:ext>
            </a:extLst>
          </p:cNvPr>
          <p:cNvSpPr/>
          <p:nvPr/>
        </p:nvSpPr>
        <p:spPr>
          <a:xfrm>
            <a:off x="3981408" y="3217447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ED0422C-E241-9C9F-CD32-1ACFFE5B0EC1}"/>
              </a:ext>
            </a:extLst>
          </p:cNvPr>
          <p:cNvSpPr/>
          <p:nvPr/>
        </p:nvSpPr>
        <p:spPr>
          <a:xfrm>
            <a:off x="1794869" y="2344809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03D8574-9535-2FAE-D6F7-C084E227564F}"/>
              </a:ext>
            </a:extLst>
          </p:cNvPr>
          <p:cNvSpPr/>
          <p:nvPr/>
        </p:nvSpPr>
        <p:spPr>
          <a:xfrm>
            <a:off x="2803859" y="2295952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090F478-314C-5063-2A35-681C027CA7AF}"/>
              </a:ext>
            </a:extLst>
          </p:cNvPr>
          <p:cNvSpPr/>
          <p:nvPr/>
        </p:nvSpPr>
        <p:spPr>
          <a:xfrm>
            <a:off x="757497" y="1143712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BD70786-13FB-1662-279C-DA301179EB0B}"/>
              </a:ext>
            </a:extLst>
          </p:cNvPr>
          <p:cNvSpPr/>
          <p:nvPr/>
        </p:nvSpPr>
        <p:spPr>
          <a:xfrm>
            <a:off x="159176" y="696292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25" name="Imatge 24">
            <a:extLst>
              <a:ext uri="{FF2B5EF4-FFF2-40B4-BE49-F238E27FC236}">
                <a16:creationId xmlns:a16="http://schemas.microsoft.com/office/drawing/2014/main" id="{FD8670A2-9DF7-B545-4CDD-D6A2EF018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341" y="2492557"/>
            <a:ext cx="1102335" cy="1102335"/>
          </a:xfrm>
          <a:prstGeom prst="rect">
            <a:avLst/>
          </a:prstGeom>
        </p:spPr>
      </p:pic>
      <p:sp>
        <p:nvSpPr>
          <p:cNvPr id="27" name="Oval 26">
            <a:extLst>
              <a:ext uri="{FF2B5EF4-FFF2-40B4-BE49-F238E27FC236}">
                <a16:creationId xmlns:a16="http://schemas.microsoft.com/office/drawing/2014/main" id="{24A743F7-AB69-0B1C-BF9E-787E1580CEDB}"/>
              </a:ext>
            </a:extLst>
          </p:cNvPr>
          <p:cNvSpPr/>
          <p:nvPr/>
        </p:nvSpPr>
        <p:spPr>
          <a:xfrm>
            <a:off x="370031" y="479355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11CFFFC-2907-3D7A-56FF-6C6BE4C0497B}"/>
              </a:ext>
            </a:extLst>
          </p:cNvPr>
          <p:cNvSpPr/>
          <p:nvPr/>
        </p:nvSpPr>
        <p:spPr>
          <a:xfrm>
            <a:off x="588993" y="182497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9126F70-009D-F305-6C88-204F876ED139}"/>
              </a:ext>
            </a:extLst>
          </p:cNvPr>
          <p:cNvSpPr/>
          <p:nvPr/>
        </p:nvSpPr>
        <p:spPr>
          <a:xfrm>
            <a:off x="989043" y="878181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492492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3D4F99F-204B-4C75-E6A0-5E629E5A2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FA10E7E-986D-1F27-FDE7-67175E5C2D6A}"/>
              </a:ext>
            </a:extLst>
          </p:cNvPr>
          <p:cNvSpPr/>
          <p:nvPr/>
        </p:nvSpPr>
        <p:spPr>
          <a:xfrm>
            <a:off x="135732" y="4159044"/>
            <a:ext cx="2075592" cy="9020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143" name="Google Shape;143;p23">
            <a:extLst>
              <a:ext uri="{FF2B5EF4-FFF2-40B4-BE49-F238E27FC236}">
                <a16:creationId xmlns:a16="http://schemas.microsoft.com/office/drawing/2014/main" id="{8058E7A5-4453-229C-13E4-D9C6ACC97DB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295019" y="333827"/>
            <a:ext cx="761387" cy="774932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C4EFC711-0E1C-959F-1022-531D9D3B6F39}"/>
              </a:ext>
            </a:extLst>
          </p:cNvPr>
          <p:cNvSpPr/>
          <p:nvPr/>
        </p:nvSpPr>
        <p:spPr>
          <a:xfrm>
            <a:off x="2211324" y="1805459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Google Shape;499;p31">
            <a:extLst>
              <a:ext uri="{FF2B5EF4-FFF2-40B4-BE49-F238E27FC236}">
                <a16:creationId xmlns:a16="http://schemas.microsoft.com/office/drawing/2014/main" id="{FBB72015-FE64-C77A-5A0F-7979F59D70B1}"/>
              </a:ext>
            </a:extLst>
          </p:cNvPr>
          <p:cNvSpPr/>
          <p:nvPr/>
        </p:nvSpPr>
        <p:spPr>
          <a:xfrm>
            <a:off x="3207998" y="179148"/>
            <a:ext cx="5615134" cy="51633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C00000"/>
                </a:solidFill>
              </a:rPr>
              <a:t>Tile-Computation: </a:t>
            </a:r>
            <a:r>
              <a:rPr lang="en-US" sz="2000" dirty="0">
                <a:solidFill>
                  <a:srgbClr val="C00000"/>
                </a:solidFill>
              </a:rPr>
              <a:t>orchestrate </a:t>
            </a:r>
            <a:r>
              <a:rPr lang="en-US" sz="2000" noProof="0" dirty="0">
                <a:solidFill>
                  <a:srgbClr val="C00000"/>
                </a:solidFill>
              </a:rPr>
              <a:t>optimal sequence of tile computations</a:t>
            </a:r>
            <a:endParaRPr lang="en-US" sz="2000" b="1" noProof="0" dirty="0">
              <a:solidFill>
                <a:srgbClr val="C00000"/>
              </a:solidFill>
            </a:endParaRPr>
          </a:p>
        </p:txBody>
      </p:sp>
      <p:sp>
        <p:nvSpPr>
          <p:cNvPr id="12" name="Google Shape;499;p31">
            <a:extLst>
              <a:ext uri="{FF2B5EF4-FFF2-40B4-BE49-F238E27FC236}">
                <a16:creationId xmlns:a16="http://schemas.microsoft.com/office/drawing/2014/main" id="{9DBC2E79-2E0C-C626-2A58-DFE431DE506D}"/>
              </a:ext>
            </a:extLst>
          </p:cNvPr>
          <p:cNvSpPr/>
          <p:nvPr/>
        </p:nvSpPr>
        <p:spPr>
          <a:xfrm>
            <a:off x="4713584" y="1052885"/>
            <a:ext cx="3938987" cy="3035367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007E39"/>
                </a:solidFill>
              </a:rPr>
              <a:t>1</a:t>
            </a:r>
            <a:r>
              <a:rPr lang="en-US" sz="2000" noProof="0" dirty="0">
                <a:solidFill>
                  <a:srgbClr val="007E39"/>
                </a:solidFill>
              </a:rPr>
              <a:t>: promising cost is actual cost + minimum cost to reach final matrix corner</a:t>
            </a:r>
          </a:p>
          <a:p>
            <a:pPr marL="0" lvl="0" indent="0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E39"/>
                </a:solidFill>
              </a:rPr>
              <a:t>2</a:t>
            </a:r>
            <a:r>
              <a:rPr lang="en-US" sz="2000" dirty="0">
                <a:solidFill>
                  <a:srgbClr val="007E39"/>
                </a:solidFill>
              </a:rPr>
              <a:t>: starting in an advanced position in a certain super-antidiagonal can be tricky: must consider best and worst cases</a:t>
            </a:r>
            <a:endParaRPr lang="en-US" sz="2000" noProof="0" dirty="0">
              <a:solidFill>
                <a:srgbClr val="007E39"/>
              </a:solidFill>
            </a:endParaRPr>
          </a:p>
        </p:txBody>
      </p:sp>
      <p:pic>
        <p:nvPicPr>
          <p:cNvPr id="13" name="Google Shape;143;p23">
            <a:extLst>
              <a:ext uri="{FF2B5EF4-FFF2-40B4-BE49-F238E27FC236}">
                <a16:creationId xmlns:a16="http://schemas.microsoft.com/office/drawing/2014/main" id="{75C75B2B-1874-04AB-CAB1-16394103387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855947" y="847396"/>
            <a:ext cx="761387" cy="7749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" name="Connector recte 3">
            <a:extLst>
              <a:ext uri="{FF2B5EF4-FFF2-40B4-BE49-F238E27FC236}">
                <a16:creationId xmlns:a16="http://schemas.microsoft.com/office/drawing/2014/main" id="{F1379FE6-9BED-883F-8FEB-9AFE3695C170}"/>
              </a:ext>
            </a:extLst>
          </p:cNvPr>
          <p:cNvCxnSpPr/>
          <p:nvPr/>
        </p:nvCxnSpPr>
        <p:spPr>
          <a:xfrm>
            <a:off x="1767498" y="1222145"/>
            <a:ext cx="570160" cy="51356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recte 4">
            <a:extLst>
              <a:ext uri="{FF2B5EF4-FFF2-40B4-BE49-F238E27FC236}">
                <a16:creationId xmlns:a16="http://schemas.microsoft.com/office/drawing/2014/main" id="{0B5AB8D0-0583-23EF-ECAB-568218C02AA7}"/>
              </a:ext>
            </a:extLst>
          </p:cNvPr>
          <p:cNvCxnSpPr/>
          <p:nvPr/>
        </p:nvCxnSpPr>
        <p:spPr>
          <a:xfrm>
            <a:off x="1293640" y="1766428"/>
            <a:ext cx="570160" cy="51356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or recte 5">
            <a:extLst>
              <a:ext uri="{FF2B5EF4-FFF2-40B4-BE49-F238E27FC236}">
                <a16:creationId xmlns:a16="http://schemas.microsoft.com/office/drawing/2014/main" id="{EB965F3B-F94D-F86C-9340-AA8349194994}"/>
              </a:ext>
            </a:extLst>
          </p:cNvPr>
          <p:cNvCxnSpPr>
            <a:cxnSpLocks/>
          </p:cNvCxnSpPr>
          <p:nvPr/>
        </p:nvCxnSpPr>
        <p:spPr>
          <a:xfrm flipH="1">
            <a:off x="1863800" y="1731116"/>
            <a:ext cx="473858" cy="54888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rida: línia corbada 7">
            <a:extLst>
              <a:ext uri="{FF2B5EF4-FFF2-40B4-BE49-F238E27FC236}">
                <a16:creationId xmlns:a16="http://schemas.microsoft.com/office/drawing/2014/main" id="{386D838D-A5BB-A7D3-0F13-D1B138307BFC}"/>
              </a:ext>
            </a:extLst>
          </p:cNvPr>
          <p:cNvSpPr/>
          <p:nvPr/>
        </p:nvSpPr>
        <p:spPr>
          <a:xfrm>
            <a:off x="2835497" y="1291890"/>
            <a:ext cx="1085311" cy="513569"/>
          </a:xfrm>
          <a:prstGeom prst="borderCallout2">
            <a:avLst>
              <a:gd name="adj1" fmla="val 18750"/>
              <a:gd name="adj2" fmla="val -8333"/>
              <a:gd name="adj3" fmla="val 28867"/>
              <a:gd name="adj4" fmla="val -25532"/>
              <a:gd name="adj5" fmla="val 82634"/>
              <a:gd name="adj6" fmla="val -4231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b</a:t>
            </a:r>
            <a:r>
              <a:rPr lang="en-US" b="1" noProof="0" dirty="0">
                <a:solidFill>
                  <a:srgbClr val="002060"/>
                </a:solidFill>
              </a:rPr>
              <a:t>est</a:t>
            </a:r>
            <a:r>
              <a:rPr lang="en-US" noProof="0" dirty="0">
                <a:solidFill>
                  <a:srgbClr val="002060"/>
                </a:solidFill>
              </a:rPr>
              <a:t> cost from </a:t>
            </a:r>
            <a:r>
              <a:rPr lang="en-US" b="1" noProof="0" dirty="0">
                <a:solidFill>
                  <a:srgbClr val="002060"/>
                </a:solidFill>
              </a:rPr>
              <a:t>right</a:t>
            </a:r>
          </a:p>
        </p:txBody>
      </p:sp>
      <p:sp>
        <p:nvSpPr>
          <p:cNvPr id="15" name="Crida: línia corbada 14">
            <a:extLst>
              <a:ext uri="{FF2B5EF4-FFF2-40B4-BE49-F238E27FC236}">
                <a16:creationId xmlns:a16="http://schemas.microsoft.com/office/drawing/2014/main" id="{A434385C-152A-9DAA-6BAC-F6270A62B567}"/>
              </a:ext>
            </a:extLst>
          </p:cNvPr>
          <p:cNvSpPr/>
          <p:nvPr/>
        </p:nvSpPr>
        <p:spPr>
          <a:xfrm>
            <a:off x="491429" y="2571750"/>
            <a:ext cx="1012382" cy="516330"/>
          </a:xfrm>
          <a:prstGeom prst="borderCallout2">
            <a:avLst>
              <a:gd name="adj1" fmla="val -10956"/>
              <a:gd name="adj2" fmla="val 60281"/>
              <a:gd name="adj3" fmla="val -42948"/>
              <a:gd name="adj4" fmla="val 74286"/>
              <a:gd name="adj5" fmla="val -56598"/>
              <a:gd name="adj6" fmla="val 13470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b</a:t>
            </a:r>
            <a:r>
              <a:rPr lang="en-US" b="1" noProof="0" dirty="0">
                <a:solidFill>
                  <a:srgbClr val="002060"/>
                </a:solidFill>
              </a:rPr>
              <a:t>est</a:t>
            </a:r>
            <a:r>
              <a:rPr lang="en-US" noProof="0" dirty="0">
                <a:solidFill>
                  <a:srgbClr val="002060"/>
                </a:solidFill>
              </a:rPr>
              <a:t> cost from </a:t>
            </a:r>
            <a:r>
              <a:rPr lang="en-US" b="1" noProof="0" dirty="0">
                <a:solidFill>
                  <a:srgbClr val="002060"/>
                </a:solidFill>
              </a:rPr>
              <a:t>left</a:t>
            </a:r>
          </a:p>
        </p:txBody>
      </p:sp>
      <p:sp>
        <p:nvSpPr>
          <p:cNvPr id="16" name="Crida: línia corbada 15">
            <a:extLst>
              <a:ext uri="{FF2B5EF4-FFF2-40B4-BE49-F238E27FC236}">
                <a16:creationId xmlns:a16="http://schemas.microsoft.com/office/drawing/2014/main" id="{960B9A8C-23A8-790B-4378-11AEDE1A4FCA}"/>
              </a:ext>
            </a:extLst>
          </p:cNvPr>
          <p:cNvSpPr/>
          <p:nvPr/>
        </p:nvSpPr>
        <p:spPr>
          <a:xfrm>
            <a:off x="1827877" y="2744693"/>
            <a:ext cx="1482047" cy="699177"/>
          </a:xfrm>
          <a:prstGeom prst="borderCallout2">
            <a:avLst>
              <a:gd name="adj1" fmla="val -10956"/>
              <a:gd name="adj2" fmla="val 60281"/>
              <a:gd name="adj3" fmla="val -67212"/>
              <a:gd name="adj4" fmla="val 55936"/>
              <a:gd name="adj5" fmla="val -114538"/>
              <a:gd name="adj6" fmla="val 25936"/>
            </a:avLst>
          </a:prstGeom>
          <a:solidFill>
            <a:srgbClr val="ECDFF5"/>
          </a:solidFill>
          <a:ln w="12700">
            <a:solidFill>
              <a:srgbClr val="7030A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rgbClr val="7030A0"/>
                </a:solidFill>
              </a:rPr>
              <a:t>best &amp; worst </a:t>
            </a:r>
            <a:r>
              <a:rPr lang="en-US" b="1" noProof="0" dirty="0">
                <a:solidFill>
                  <a:srgbClr val="7030A0"/>
                </a:solidFill>
              </a:rPr>
              <a:t>promising cost</a:t>
            </a:r>
          </a:p>
        </p:txBody>
      </p:sp>
      <p:sp>
        <p:nvSpPr>
          <p:cNvPr id="18" name="Crida: línia corbada 17">
            <a:extLst>
              <a:ext uri="{FF2B5EF4-FFF2-40B4-BE49-F238E27FC236}">
                <a16:creationId xmlns:a16="http://schemas.microsoft.com/office/drawing/2014/main" id="{F50ADA6F-FE03-703E-8F6E-16E62F2977D2}"/>
              </a:ext>
            </a:extLst>
          </p:cNvPr>
          <p:cNvSpPr/>
          <p:nvPr/>
        </p:nvSpPr>
        <p:spPr>
          <a:xfrm>
            <a:off x="2474751" y="565489"/>
            <a:ext cx="1085311" cy="513569"/>
          </a:xfrm>
          <a:prstGeom prst="borderCallout2">
            <a:avLst>
              <a:gd name="adj1" fmla="val 62401"/>
              <a:gd name="adj2" fmla="val -6702"/>
              <a:gd name="adj3" fmla="val 64477"/>
              <a:gd name="adj4" fmla="val -30968"/>
              <a:gd name="adj5" fmla="val 123987"/>
              <a:gd name="adj6" fmla="val -64062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b</a:t>
            </a:r>
            <a:r>
              <a:rPr lang="en-US" b="1" noProof="0" dirty="0">
                <a:solidFill>
                  <a:srgbClr val="002060"/>
                </a:solidFill>
              </a:rPr>
              <a:t>est</a:t>
            </a:r>
            <a:r>
              <a:rPr lang="en-US" noProof="0" dirty="0">
                <a:solidFill>
                  <a:srgbClr val="002060"/>
                </a:solidFill>
              </a:rPr>
              <a:t> cost from </a:t>
            </a:r>
            <a:r>
              <a:rPr lang="en-US" b="1" noProof="0" dirty="0">
                <a:solidFill>
                  <a:srgbClr val="002060"/>
                </a:solidFill>
              </a:rPr>
              <a:t>right</a:t>
            </a:r>
          </a:p>
        </p:txBody>
      </p:sp>
      <p:sp>
        <p:nvSpPr>
          <p:cNvPr id="19" name="Crida: línia corbada 18">
            <a:extLst>
              <a:ext uri="{FF2B5EF4-FFF2-40B4-BE49-F238E27FC236}">
                <a16:creationId xmlns:a16="http://schemas.microsoft.com/office/drawing/2014/main" id="{7AFABC02-D7FF-B30D-EBF8-84D3DF4DE037}"/>
              </a:ext>
            </a:extLst>
          </p:cNvPr>
          <p:cNvSpPr/>
          <p:nvPr/>
        </p:nvSpPr>
        <p:spPr>
          <a:xfrm>
            <a:off x="1293640" y="99176"/>
            <a:ext cx="1085311" cy="513569"/>
          </a:xfrm>
          <a:prstGeom prst="borderCallout2">
            <a:avLst>
              <a:gd name="adj1" fmla="val 102605"/>
              <a:gd name="adj2" fmla="val 40044"/>
              <a:gd name="adj3" fmla="val 119615"/>
              <a:gd name="adj4" fmla="val 29911"/>
              <a:gd name="adj5" fmla="val 117095"/>
              <a:gd name="adj6" fmla="val -5357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b</a:t>
            </a:r>
            <a:r>
              <a:rPr lang="en-US" b="1" noProof="0" dirty="0">
                <a:solidFill>
                  <a:srgbClr val="002060"/>
                </a:solidFill>
              </a:rPr>
              <a:t>est</a:t>
            </a:r>
            <a:r>
              <a:rPr lang="en-US" noProof="0" dirty="0">
                <a:solidFill>
                  <a:srgbClr val="002060"/>
                </a:solidFill>
              </a:rPr>
              <a:t> cost from </a:t>
            </a:r>
            <a:r>
              <a:rPr lang="en-US" b="1" noProof="0" dirty="0">
                <a:solidFill>
                  <a:srgbClr val="002060"/>
                </a:solidFill>
              </a:rPr>
              <a:t>right</a:t>
            </a:r>
          </a:p>
        </p:txBody>
      </p:sp>
      <p:sp>
        <p:nvSpPr>
          <p:cNvPr id="20" name="Crida: línia corbada 19">
            <a:extLst>
              <a:ext uri="{FF2B5EF4-FFF2-40B4-BE49-F238E27FC236}">
                <a16:creationId xmlns:a16="http://schemas.microsoft.com/office/drawing/2014/main" id="{BEA352C5-2979-F085-6D79-10A3CFB8C9A3}"/>
              </a:ext>
            </a:extLst>
          </p:cNvPr>
          <p:cNvSpPr/>
          <p:nvPr/>
        </p:nvSpPr>
        <p:spPr>
          <a:xfrm>
            <a:off x="107496" y="1840872"/>
            <a:ext cx="1012382" cy="516330"/>
          </a:xfrm>
          <a:prstGeom prst="borderCallout2">
            <a:avLst>
              <a:gd name="adj1" fmla="val -10956"/>
              <a:gd name="adj2" fmla="val 60281"/>
              <a:gd name="adj3" fmla="val -32665"/>
              <a:gd name="adj4" fmla="val 76617"/>
              <a:gd name="adj5" fmla="val -16608"/>
              <a:gd name="adj6" fmla="val 11547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b</a:t>
            </a:r>
            <a:r>
              <a:rPr lang="en-US" b="1" noProof="0" dirty="0">
                <a:solidFill>
                  <a:srgbClr val="002060"/>
                </a:solidFill>
              </a:rPr>
              <a:t>est</a:t>
            </a:r>
            <a:r>
              <a:rPr lang="en-US" noProof="0" dirty="0">
                <a:solidFill>
                  <a:srgbClr val="002060"/>
                </a:solidFill>
              </a:rPr>
              <a:t> cost from </a:t>
            </a:r>
            <a:r>
              <a:rPr lang="en-US" b="1" noProof="0" dirty="0">
                <a:solidFill>
                  <a:srgbClr val="002060"/>
                </a:solidFill>
              </a:rPr>
              <a:t>left</a:t>
            </a:r>
          </a:p>
        </p:txBody>
      </p:sp>
    </p:spTree>
    <p:extLst>
      <p:ext uri="{BB962C8B-B14F-4D97-AF65-F5344CB8AC3E}">
        <p14:creationId xmlns:p14="http://schemas.microsoft.com/office/powerpoint/2010/main" val="162715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039A3B1A-79CA-50F7-AB5B-57680511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tge 15">
            <a:extLst>
              <a:ext uri="{FF2B5EF4-FFF2-40B4-BE49-F238E27FC236}">
                <a16:creationId xmlns:a16="http://schemas.microsoft.com/office/drawing/2014/main" id="{31AC98F2-2C87-2F93-C335-733CEB64C7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562" y="258130"/>
            <a:ext cx="7757170" cy="4766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167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7A7B3D6-E151-D3E4-4E53-C084F7FDF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8ADEBFCF-3EC1-D1E3-1453-B97F10569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5552"/>
            <a:ext cx="9144000" cy="4272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06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7894D99B-8D20-B6FF-3886-716DDCDF9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tge 3">
            <a:extLst>
              <a:ext uri="{FF2B5EF4-FFF2-40B4-BE49-F238E27FC236}">
                <a16:creationId xmlns:a16="http://schemas.microsoft.com/office/drawing/2014/main" id="{207525B8-F022-9D94-9DD1-53D461D90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633"/>
            <a:ext cx="9144000" cy="450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704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4E8437C-D7F8-2E34-3BB3-78963D1A0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72A67A32-A5D2-7B5D-F390-35418D70F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4921"/>
            <a:ext cx="9144000" cy="479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4316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D40D2B8-F17C-9475-662B-68F78CC3C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tge 3">
            <a:extLst>
              <a:ext uri="{FF2B5EF4-FFF2-40B4-BE49-F238E27FC236}">
                <a16:creationId xmlns:a16="http://schemas.microsoft.com/office/drawing/2014/main" id="{5ED3E121-8BD3-E80C-B07B-68D478B6AD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631"/>
          <a:stretch>
            <a:fillRect/>
          </a:stretch>
        </p:blipFill>
        <p:spPr>
          <a:xfrm>
            <a:off x="71162" y="291548"/>
            <a:ext cx="9039708" cy="479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31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91025BA9-F07A-D8A9-792A-AAA100F62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1DD50D7-8E4E-C285-391A-13CFF06C5587}"/>
              </a:ext>
            </a:extLst>
          </p:cNvPr>
          <p:cNvSpPr/>
          <p:nvPr/>
        </p:nvSpPr>
        <p:spPr>
          <a:xfrm>
            <a:off x="135732" y="4159044"/>
            <a:ext cx="2075592" cy="9020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143" name="Google Shape;143;p23">
            <a:extLst>
              <a:ext uri="{FF2B5EF4-FFF2-40B4-BE49-F238E27FC236}">
                <a16:creationId xmlns:a16="http://schemas.microsoft.com/office/drawing/2014/main" id="{63C28927-320A-5A8B-31FD-D3A5AE36241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295019" y="333827"/>
            <a:ext cx="761387" cy="774932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B40DEC34-69B5-657E-0332-80525B7A8CC5}"/>
              </a:ext>
            </a:extLst>
          </p:cNvPr>
          <p:cNvSpPr/>
          <p:nvPr/>
        </p:nvSpPr>
        <p:spPr>
          <a:xfrm>
            <a:off x="2211324" y="1805459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Google Shape;499;p31">
            <a:extLst>
              <a:ext uri="{FF2B5EF4-FFF2-40B4-BE49-F238E27FC236}">
                <a16:creationId xmlns:a16="http://schemas.microsoft.com/office/drawing/2014/main" id="{99787ADD-5962-C72D-D541-314F6FE5AE1E}"/>
              </a:ext>
            </a:extLst>
          </p:cNvPr>
          <p:cNvSpPr/>
          <p:nvPr/>
        </p:nvSpPr>
        <p:spPr>
          <a:xfrm>
            <a:off x="2665257" y="463128"/>
            <a:ext cx="5615134" cy="51633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C00000"/>
                </a:solidFill>
              </a:rPr>
              <a:t>Data Structures</a:t>
            </a:r>
            <a:r>
              <a:rPr lang="en-US" sz="2000" noProof="0" dirty="0">
                <a:solidFill>
                  <a:srgbClr val="C00000"/>
                </a:solidFill>
              </a:rPr>
              <a:t>: hold tile frontiers</a:t>
            </a:r>
            <a:endParaRPr lang="en-US" sz="2000" b="1" noProof="0" dirty="0">
              <a:solidFill>
                <a:srgbClr val="C00000"/>
              </a:solidFill>
            </a:endParaRPr>
          </a:p>
        </p:txBody>
      </p:sp>
      <p:sp>
        <p:nvSpPr>
          <p:cNvPr id="12" name="Google Shape;499;p31">
            <a:extLst>
              <a:ext uri="{FF2B5EF4-FFF2-40B4-BE49-F238E27FC236}">
                <a16:creationId xmlns:a16="http://schemas.microsoft.com/office/drawing/2014/main" id="{70AB786E-9FF6-1127-CC92-1CCAC9B34583}"/>
              </a:ext>
            </a:extLst>
          </p:cNvPr>
          <p:cNvSpPr/>
          <p:nvPr/>
        </p:nvSpPr>
        <p:spPr>
          <a:xfrm>
            <a:off x="3172600" y="1052886"/>
            <a:ext cx="5479972" cy="3627486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007E39"/>
                </a:solidFill>
              </a:rPr>
              <a:t>1</a:t>
            </a:r>
            <a:r>
              <a:rPr lang="en-US" sz="2000" noProof="0" dirty="0">
                <a:solidFill>
                  <a:srgbClr val="007E39"/>
                </a:solidFill>
              </a:rPr>
              <a:t>: promote sequential accesses to frontier data, required for tile-computing</a:t>
            </a:r>
          </a:p>
          <a:p>
            <a:pPr marL="0" lvl="0" indent="0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E39"/>
                </a:solidFill>
              </a:rPr>
              <a:t>2</a:t>
            </a:r>
            <a:r>
              <a:rPr lang="en-US" sz="2000" dirty="0">
                <a:solidFill>
                  <a:srgbClr val="007E39"/>
                </a:solidFill>
              </a:rPr>
              <a:t>: simplify look for most-promising tile on a super-antidiagonal, required for next-tile computation</a:t>
            </a:r>
          </a:p>
          <a:p>
            <a:pPr marL="0" lvl="0" indent="0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007E39"/>
                </a:solidFill>
              </a:rPr>
              <a:t>3</a:t>
            </a:r>
            <a:r>
              <a:rPr lang="en-US" sz="2000" noProof="0" dirty="0">
                <a:solidFill>
                  <a:srgbClr val="007E39"/>
                </a:solidFill>
              </a:rPr>
              <a:t>: temporal locality: prioritize data stored in fast memory </a:t>
            </a:r>
            <a:r>
              <a:rPr lang="en-US" sz="2000" noProof="0" dirty="0">
                <a:solidFill>
                  <a:srgbClr val="007E39"/>
                </a:solidFill>
                <a:sym typeface="Wingdings" panose="05000000000000000000" pitchFamily="2" charset="2"/>
              </a:rPr>
              <a:t> (1) more likely to be used in the near future &amp; (2) more expensive to recompute in case it is not available</a:t>
            </a:r>
            <a:endParaRPr lang="en-US" sz="2000" noProof="0" dirty="0">
              <a:solidFill>
                <a:srgbClr val="007E39"/>
              </a:solidFill>
            </a:endParaRPr>
          </a:p>
        </p:txBody>
      </p:sp>
      <p:pic>
        <p:nvPicPr>
          <p:cNvPr id="13" name="Google Shape;143;p23">
            <a:extLst>
              <a:ext uri="{FF2B5EF4-FFF2-40B4-BE49-F238E27FC236}">
                <a16:creationId xmlns:a16="http://schemas.microsoft.com/office/drawing/2014/main" id="{53F75A61-F76B-E3E9-E693-380BFBE5EB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855947" y="847396"/>
            <a:ext cx="761387" cy="7749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" name="Connector recte 3">
            <a:extLst>
              <a:ext uri="{FF2B5EF4-FFF2-40B4-BE49-F238E27FC236}">
                <a16:creationId xmlns:a16="http://schemas.microsoft.com/office/drawing/2014/main" id="{B735C9A4-7A1E-FBC2-FBEC-BFA02D736242}"/>
              </a:ext>
            </a:extLst>
          </p:cNvPr>
          <p:cNvCxnSpPr/>
          <p:nvPr/>
        </p:nvCxnSpPr>
        <p:spPr>
          <a:xfrm>
            <a:off x="1767498" y="1222145"/>
            <a:ext cx="570160" cy="51356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recte 4">
            <a:extLst>
              <a:ext uri="{FF2B5EF4-FFF2-40B4-BE49-F238E27FC236}">
                <a16:creationId xmlns:a16="http://schemas.microsoft.com/office/drawing/2014/main" id="{56BD3594-20BE-530D-DBB0-EE71B8BC0890}"/>
              </a:ext>
            </a:extLst>
          </p:cNvPr>
          <p:cNvCxnSpPr/>
          <p:nvPr/>
        </p:nvCxnSpPr>
        <p:spPr>
          <a:xfrm>
            <a:off x="1293640" y="1766428"/>
            <a:ext cx="570160" cy="51356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or recte 5">
            <a:extLst>
              <a:ext uri="{FF2B5EF4-FFF2-40B4-BE49-F238E27FC236}">
                <a16:creationId xmlns:a16="http://schemas.microsoft.com/office/drawing/2014/main" id="{4D4FFB01-1A91-BD22-718E-FE19AEA28893}"/>
              </a:ext>
            </a:extLst>
          </p:cNvPr>
          <p:cNvCxnSpPr>
            <a:cxnSpLocks/>
          </p:cNvCxnSpPr>
          <p:nvPr/>
        </p:nvCxnSpPr>
        <p:spPr>
          <a:xfrm flipH="1">
            <a:off x="1863800" y="1731116"/>
            <a:ext cx="473858" cy="54888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rida: línia corbada 7">
            <a:extLst>
              <a:ext uri="{FF2B5EF4-FFF2-40B4-BE49-F238E27FC236}">
                <a16:creationId xmlns:a16="http://schemas.microsoft.com/office/drawing/2014/main" id="{1B92D2AE-3771-2D03-E6D2-5E96B727A188}"/>
              </a:ext>
            </a:extLst>
          </p:cNvPr>
          <p:cNvSpPr/>
          <p:nvPr/>
        </p:nvSpPr>
        <p:spPr>
          <a:xfrm>
            <a:off x="2433177" y="781940"/>
            <a:ext cx="739423" cy="516330"/>
          </a:xfrm>
          <a:prstGeom prst="borderCallout2">
            <a:avLst>
              <a:gd name="adj1" fmla="val 18750"/>
              <a:gd name="adj2" fmla="val -8333"/>
              <a:gd name="adj3" fmla="val 59882"/>
              <a:gd name="adj4" fmla="val -46187"/>
              <a:gd name="adj5" fmla="val 112500"/>
              <a:gd name="adj6" fmla="val -46667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rgbClr val="002060"/>
                </a:solidFill>
              </a:rPr>
              <a:t>right frontier</a:t>
            </a:r>
          </a:p>
        </p:txBody>
      </p:sp>
      <p:sp>
        <p:nvSpPr>
          <p:cNvPr id="15" name="Crida: línia corbada 14">
            <a:extLst>
              <a:ext uri="{FF2B5EF4-FFF2-40B4-BE49-F238E27FC236}">
                <a16:creationId xmlns:a16="http://schemas.microsoft.com/office/drawing/2014/main" id="{B7A87151-F8DE-0E0C-21FD-E7C6B0DE4695}"/>
              </a:ext>
            </a:extLst>
          </p:cNvPr>
          <p:cNvSpPr/>
          <p:nvPr/>
        </p:nvSpPr>
        <p:spPr>
          <a:xfrm>
            <a:off x="624101" y="2196291"/>
            <a:ext cx="739423" cy="516330"/>
          </a:xfrm>
          <a:prstGeom prst="borderCallout2">
            <a:avLst>
              <a:gd name="adj1" fmla="val -10956"/>
              <a:gd name="adj2" fmla="val 60281"/>
              <a:gd name="adj3" fmla="val -42948"/>
              <a:gd name="adj4" fmla="val 74286"/>
              <a:gd name="adj5" fmla="val -41745"/>
              <a:gd name="adj6" fmla="val 10731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rgbClr val="002060"/>
                </a:solidFill>
              </a:rPr>
              <a:t>left frontier</a:t>
            </a:r>
          </a:p>
        </p:txBody>
      </p:sp>
      <p:sp>
        <p:nvSpPr>
          <p:cNvPr id="16" name="Crida: línia corbada 15">
            <a:extLst>
              <a:ext uri="{FF2B5EF4-FFF2-40B4-BE49-F238E27FC236}">
                <a16:creationId xmlns:a16="http://schemas.microsoft.com/office/drawing/2014/main" id="{FC4F1520-D436-1544-26E6-386B09CB83C8}"/>
              </a:ext>
            </a:extLst>
          </p:cNvPr>
          <p:cNvSpPr/>
          <p:nvPr/>
        </p:nvSpPr>
        <p:spPr>
          <a:xfrm>
            <a:off x="2063465" y="2279997"/>
            <a:ext cx="739423" cy="291753"/>
          </a:xfrm>
          <a:prstGeom prst="borderCallout2">
            <a:avLst>
              <a:gd name="adj1" fmla="val -10956"/>
              <a:gd name="adj2" fmla="val 60281"/>
              <a:gd name="adj3" fmla="val -67212"/>
              <a:gd name="adj4" fmla="val 55936"/>
              <a:gd name="adj5" fmla="val -114538"/>
              <a:gd name="adj6" fmla="val 25936"/>
            </a:avLst>
          </a:prstGeom>
          <a:solidFill>
            <a:srgbClr val="ECDFF5"/>
          </a:solidFill>
          <a:ln w="12700">
            <a:solidFill>
              <a:srgbClr val="7030A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rgbClr val="7030A0"/>
                </a:solidFill>
              </a:rPr>
              <a:t>front</a:t>
            </a:r>
          </a:p>
        </p:txBody>
      </p:sp>
    </p:spTree>
    <p:extLst>
      <p:ext uri="{BB962C8B-B14F-4D97-AF65-F5344CB8AC3E}">
        <p14:creationId xmlns:p14="http://schemas.microsoft.com/office/powerpoint/2010/main" val="4274819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3712</TotalTime>
  <Words>233</Words>
  <Application>Microsoft Office PowerPoint</Application>
  <PresentationFormat>Presentació en pantalla (16:9)</PresentationFormat>
  <Paragraphs>43</Paragraphs>
  <Slides>11</Slides>
  <Notes>11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4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11</vt:i4>
      </vt:variant>
    </vt:vector>
  </HeadingPairs>
  <TitlesOfParts>
    <vt:vector size="16" baseType="lpstr">
      <vt:lpstr>Arial</vt:lpstr>
      <vt:lpstr>Arial Narrow</vt:lpstr>
      <vt:lpstr>Calibri</vt:lpstr>
      <vt:lpstr>Wingdings</vt:lpstr>
      <vt:lpstr>Simple Light</vt:lpstr>
      <vt:lpstr>Motivation: best-performing program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Juan Carlos Moure Lopez</dc:creator>
  <cp:lastModifiedBy>Juan Carlos Moure Lopez</cp:lastModifiedBy>
  <cp:revision>1</cp:revision>
  <dcterms:modified xsi:type="dcterms:W3CDTF">2026-03-13T10:22:27Z</dcterms:modified>
</cp:coreProperties>
</file>